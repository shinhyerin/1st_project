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78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CDBB8-63E1-4884-AF10-3AABFF94D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E9D5C3-D606-4729-9117-98BA9B675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DF8286-6A97-4932-ABCC-822E16429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F6AC35-ABEE-495D-9A4B-B786D96CA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F59262-8A58-4CAA-94B8-00DD6DF2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08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D05374-E66F-4B62-8B29-8F656CBAE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971D54-0294-4192-8E8C-D343748A5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69C13F-CDC9-4C9F-A0E8-F0C9687B6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09EC98-3CD7-4473-B774-39981BEA2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E73FEA-4429-4923-A969-24CE2C2DA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3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76A5ED-79C5-4E6A-AF77-375E502DE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7C5EE4-1CEB-4B9F-A40F-9AB2481AE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9193FB3-C248-440E-AF70-A5DBB258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960A46-5FED-495C-B398-E683CA888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FF8969-1E11-4EA2-BCD3-4E2588C92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732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C01295-3D8C-457F-AD30-D6ED84EB0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264D4B-0E4B-40E4-94ED-0AD2D3BAC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CCBDB56-FEFB-46C0-AA96-B7CDC2E4A9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8494C3-810E-44D3-9925-9A670EAC7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C0C064-3C31-48DD-85DF-0FE4C015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4990C19-0D8E-42C9-9E6A-5A79D51B9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1332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7987D-9BAE-4647-A9FE-2A529134B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1B7FF1-4B3B-4C90-8BCC-4AF8B2B16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B98539-921A-424D-9FBB-7B347FEB8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B27179F-92AD-4567-8052-222C6BE5BF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930351B-712F-43CC-8A70-FF28B2807F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6B8232-4CA0-4035-BCA3-F68268AB0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2CD6FD-4081-4869-BD51-11BCA676D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3930AB6-3375-4136-9C04-74D37D80D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15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D940D-5DAA-47A8-ADFC-8A6CE72E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B6939FC-49C7-4D9C-BE21-81B2C6A53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D59F58-A8FA-4001-A9F2-66928AA9F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9BE46B2-7B66-4E31-8294-7264578C8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63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B56FBF1-4D4C-400B-9DA8-BEAC0D087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EB5CCD8-FE95-43BE-8573-3B8039145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238136-450D-4322-ADF1-23061019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92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41A3F4-2DC8-44C1-AB6E-7E6E204C6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826170-5472-420F-8D66-C1C04C402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776911-D00E-4E91-81C9-0A99A6E547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D51F84-95EA-4E06-BD2B-E594AA317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01CC40-B14D-425C-A1CD-31164EC69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9D8599-59EB-494C-8B3A-E67D21531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788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4AE85-C190-43AD-B515-EC0937F70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B39410-4C65-4465-87EC-E94893FE3C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D4B91E-493F-4CD7-9241-83C2E3B21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1CA77D-3EC3-4BCC-9C9C-F20630D0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03083C-5BC9-44C7-AC50-7342E3BAC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706571-1118-4068-8A5C-1A92046AA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107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D66D3-17BC-4468-A30B-4CDE6FF7C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9DB3422-7D64-4B70-8636-5E5D71046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8DBA4F-183F-4A01-BE0E-98CB27CEE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D91F97-70D3-4926-B274-ED0B0454F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34291F-20B0-4FFD-A329-7DC7089CE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847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8665CA1-5F98-4432-A057-67A63ABC1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DD6833-0894-4453-8079-9B2CA4C12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9FA65B-5C8C-4599-9EB0-083C4EC70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9DD3DF-AE8B-4EE0-BBD5-6BCBDA590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D11784-F1D0-43EE-9663-7EBEF1DD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70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D4CEA81-6908-43EB-A647-5071ECA6B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A6373B-0026-4D10-8FFA-6890CB2612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9B9EDB-3317-452E-ACBC-CA15ACB759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94697B-EB0D-4BC8-BB70-47598A572E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4128F5-0979-4543-B688-C8D01C460E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350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3868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403_25</dc:creator>
  <cp:lastModifiedBy>혜린 신</cp:lastModifiedBy>
  <cp:revision>2</cp:revision>
  <dcterms:created xsi:type="dcterms:W3CDTF">2026-03-16T05:38:04Z</dcterms:created>
  <dcterms:modified xsi:type="dcterms:W3CDTF">2026-03-22T16:19:14Z</dcterms:modified>
</cp:coreProperties>
</file>