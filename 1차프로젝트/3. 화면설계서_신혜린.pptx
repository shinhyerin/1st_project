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52" autoAdjust="0"/>
    <p:restoredTop sz="94660"/>
  </p:normalViewPr>
  <p:slideViewPr>
    <p:cSldViewPr snapToGrid="0">
      <p:cViewPr varScale="1">
        <p:scale>
          <a:sx n="90" d="100"/>
          <a:sy n="90" d="100"/>
        </p:scale>
        <p:origin x="29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27-4289-8A4A-74525BA260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Persona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27-4289-8A4A-74525BA26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5229584"/>
        <c:axId val="2065238224"/>
      </c:lineChart>
      <c:catAx>
        <c:axId val="206522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65238224"/>
        <c:crosses val="autoZero"/>
        <c:auto val="1"/>
        <c:lblAlgn val="ctr"/>
        <c:lblOffset val="100"/>
        <c:noMultiLvlLbl val="0"/>
      </c:catAx>
      <c:valAx>
        <c:axId val="206523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6522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CDBB8-63E1-4884-AF10-3AABFF94D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E9D5C3-D606-4729-9117-98BA9B675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DF8286-6A97-4932-ABCC-822E16429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F6AC35-ABEE-495D-9A4B-B786D96C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59262-8A58-4CAA-94B8-00DD6DF2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50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05374-E66F-4B62-8B29-8F656CBA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71D54-0294-4192-8E8C-D343748A5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9C13F-CDC9-4C9F-A0E8-F0C9687B6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9EC98-3CD7-4473-B774-39981BEA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E73FEA-4429-4923-A969-24CE2C2D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3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6A5ED-79C5-4E6A-AF77-375E502D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7C5EE4-1CEB-4B9F-A40F-9AB2481AE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193FB3-C248-440E-AF70-A5DBB258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60A46-5FED-495C-B398-E683CA88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F8969-1E11-4EA2-BCD3-4E2588C9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73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01295-3D8C-457F-AD30-D6ED84EB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264D4B-0E4B-40E4-94ED-0AD2D3BAC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CBDB56-FEFB-46C0-AA96-B7CDC2E4A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8494C3-810E-44D3-9925-9A670EAC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C0C064-3C31-48DD-85DF-0FE4C015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990C19-0D8E-42C9-9E6A-5A79D51B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3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7987D-9BAE-4647-A9FE-2A529134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1B7FF1-4B3B-4C90-8BCC-4AF8B2B16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B98539-921A-424D-9FBB-7B347FEB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27179F-92AD-4567-8052-222C6BE5B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30351B-712F-43CC-8A70-FF28B280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6B8232-4CA0-4035-BCA3-F68268AB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2CD6FD-4081-4869-BD51-11BCA676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930AB6-3375-4136-9C04-74D37D80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1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D940D-5DAA-47A8-ADFC-8A6CE72E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6939FC-49C7-4D9C-BE21-81B2C6A5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59F58-A8FA-4001-A9F2-66928AA9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BE46B2-7B66-4E31-8294-7264578C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63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56FBF1-4D4C-400B-9DA8-BEAC0D08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B5CCD8-FE95-43BE-8573-3B803914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238136-450D-4322-ADF1-23061019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19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1A3F4-2DC8-44C1-AB6E-7E6E204C6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826170-5472-420F-8D66-C1C04C402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776911-D00E-4E91-81C9-0A99A6E54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51F84-95EA-4E06-BD2B-E594AA31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01CC40-B14D-425C-A1CD-31164EC6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D8599-59EB-494C-8B3A-E67D2153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88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4AE85-C190-43AD-B515-EC0937F7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B39410-4C65-4465-87EC-E94893FE3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D4B91E-493F-4CD7-9241-83C2E3B21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1CA77D-3EC3-4BCC-9C9C-F20630D0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03083C-5BC9-44C7-AC50-7342E3BA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706571-1118-4068-8A5C-1A92046A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10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D66D3-17BC-4468-A30B-4CDE6FF7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DB3422-7D64-4B70-8636-5E5D71046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8DBA4F-183F-4A01-BE0E-98CB27CE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D91F97-70D3-4926-B274-ED0B0454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34291F-20B0-4FFD-A329-7DC7089C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84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665CA1-5F98-4432-A057-67A63ABC1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DD6833-0894-4453-8079-9B2CA4C12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9FA65B-5C8C-4599-9EB0-083C4EC70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9DD3DF-AE8B-4EE0-BBD5-6BCBDA59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D11784-F1D0-43EE-9663-7EBEF1DD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70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4CEA81-6908-43EB-A647-5071ECA6B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A6373B-0026-4D10-8FFA-6890CB261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9B9EDB-3317-452E-ACBC-CA15ACB75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CA5E-8DBA-40B9-972D-5B7303BF6C6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4697B-EB0D-4BC8-BB70-47598A572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128F5-0979-4543-B688-C8D01C460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8E3D-C4CA-48FD-BD9C-3517FDFB9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35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6544D5CB-65FB-B50C-0CBA-6AA910ED1A39}"/>
              </a:ext>
            </a:extLst>
          </p:cNvPr>
          <p:cNvSpPr/>
          <p:nvPr/>
        </p:nvSpPr>
        <p:spPr>
          <a:xfrm>
            <a:off x="195431" y="1655315"/>
            <a:ext cx="1019921" cy="5186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FA8DF2-AF6A-D0EB-9716-004C90C2489C}"/>
              </a:ext>
            </a:extLst>
          </p:cNvPr>
          <p:cNvSpPr/>
          <p:nvPr/>
        </p:nvSpPr>
        <p:spPr>
          <a:xfrm>
            <a:off x="0" y="2416793"/>
            <a:ext cx="9483114" cy="4433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A87C2E-C6AD-1F49-3B2B-29FA99AE881C}"/>
              </a:ext>
            </a:extLst>
          </p:cNvPr>
          <p:cNvSpPr>
            <a:spLocks noChangeAspect="1"/>
          </p:cNvSpPr>
          <p:nvPr/>
        </p:nvSpPr>
        <p:spPr>
          <a:xfrm>
            <a:off x="1" y="1515542"/>
            <a:ext cx="9483114" cy="5334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A1D99-70AE-52A9-016B-404261914CC9}"/>
              </a:ext>
            </a:extLst>
          </p:cNvPr>
          <p:cNvSpPr txBox="1"/>
          <p:nvPr/>
        </p:nvSpPr>
        <p:spPr>
          <a:xfrm>
            <a:off x="305658" y="1718288"/>
            <a:ext cx="898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Logo      Home	   Product    				    	   Login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3CE08-DFE8-0490-4E19-76220F0B6A0D}"/>
              </a:ext>
            </a:extLst>
          </p:cNvPr>
          <p:cNvSpPr txBox="1"/>
          <p:nvPr/>
        </p:nvSpPr>
        <p:spPr>
          <a:xfrm>
            <a:off x="2760837" y="3661537"/>
            <a:ext cx="396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Service Name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1D690D8-E34F-BEAD-E09E-D5EB27417818}"/>
              </a:ext>
            </a:extLst>
          </p:cNvPr>
          <p:cNvSpPr/>
          <p:nvPr/>
        </p:nvSpPr>
        <p:spPr>
          <a:xfrm>
            <a:off x="4069383" y="5469450"/>
            <a:ext cx="1478857" cy="8162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8997BB-6C04-AF5A-818A-CB7061179F75}"/>
              </a:ext>
            </a:extLst>
          </p:cNvPr>
          <p:cNvSpPr txBox="1"/>
          <p:nvPr/>
        </p:nvSpPr>
        <p:spPr>
          <a:xfrm>
            <a:off x="2814966" y="5692571"/>
            <a:ext cx="396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Analyze</a:t>
            </a:r>
            <a:endParaRPr lang="ko-KR" altLang="en-US" dirty="0"/>
          </a:p>
        </p:txBody>
      </p:sp>
      <p:sp>
        <p:nvSpPr>
          <p:cNvPr id="14" name="L 도형 13">
            <a:extLst>
              <a:ext uri="{FF2B5EF4-FFF2-40B4-BE49-F238E27FC236}">
                <a16:creationId xmlns:a16="http://schemas.microsoft.com/office/drawing/2014/main" id="{2776EA51-28E8-166B-3958-F887478B1A6B}"/>
              </a:ext>
            </a:extLst>
          </p:cNvPr>
          <p:cNvSpPr/>
          <p:nvPr/>
        </p:nvSpPr>
        <p:spPr>
          <a:xfrm rot="2700000">
            <a:off x="268951" y="4171459"/>
            <a:ext cx="350380" cy="353078"/>
          </a:xfrm>
          <a:prstGeom prst="corne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L 도형 14">
            <a:extLst>
              <a:ext uri="{FF2B5EF4-FFF2-40B4-BE49-F238E27FC236}">
                <a16:creationId xmlns:a16="http://schemas.microsoft.com/office/drawing/2014/main" id="{8648E669-45CA-2F49-AA95-707ADE188A72}"/>
              </a:ext>
            </a:extLst>
          </p:cNvPr>
          <p:cNvSpPr/>
          <p:nvPr/>
        </p:nvSpPr>
        <p:spPr>
          <a:xfrm rot="13500000">
            <a:off x="8861812" y="4171459"/>
            <a:ext cx="350380" cy="353078"/>
          </a:xfrm>
          <a:prstGeom prst="corne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CC6A057-325B-FCC0-DA94-FF6996A0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401672"/>
              </p:ext>
            </p:extLst>
          </p:nvPr>
        </p:nvGraphicFramePr>
        <p:xfrm>
          <a:off x="325112" y="375869"/>
          <a:ext cx="5651795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23">
                  <a:extLst>
                    <a:ext uri="{9D8B030D-6E8A-4147-A177-3AD203B41FA5}">
                      <a16:colId xmlns:a16="http://schemas.microsoft.com/office/drawing/2014/main" val="2220112506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3905594216"/>
                    </a:ext>
                  </a:extLst>
                </a:gridCol>
                <a:gridCol w="1598686">
                  <a:extLst>
                    <a:ext uri="{9D8B030D-6E8A-4147-A177-3AD203B41FA5}">
                      <a16:colId xmlns:a16="http://schemas.microsoft.com/office/drawing/2014/main" val="1668039903"/>
                    </a:ext>
                  </a:extLst>
                </a:gridCol>
                <a:gridCol w="1235349">
                  <a:extLst>
                    <a:ext uri="{9D8B030D-6E8A-4147-A177-3AD203B41FA5}">
                      <a16:colId xmlns:a16="http://schemas.microsoft.com/office/drawing/2014/main" val="2691081796"/>
                    </a:ext>
                  </a:extLst>
                </a:gridCol>
              </a:tblGrid>
              <a:tr h="29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Main-1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7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360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860E4B-8998-E74D-F7C9-5051768E3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181332"/>
              </p:ext>
            </p:extLst>
          </p:nvPr>
        </p:nvGraphicFramePr>
        <p:xfrm>
          <a:off x="9593342" y="1515542"/>
          <a:ext cx="252834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255">
                  <a:extLst>
                    <a:ext uri="{9D8B030D-6E8A-4147-A177-3AD203B41FA5}">
                      <a16:colId xmlns:a16="http://schemas.microsoft.com/office/drawing/2014/main" val="2921883874"/>
                    </a:ext>
                  </a:extLst>
                </a:gridCol>
                <a:gridCol w="2139090">
                  <a:extLst>
                    <a:ext uri="{9D8B030D-6E8A-4147-A177-3AD203B41FA5}">
                      <a16:colId xmlns:a16="http://schemas.microsoft.com/office/drawing/2014/main" val="3151450483"/>
                    </a:ext>
                  </a:extLst>
                </a:gridCol>
              </a:tblGrid>
              <a:tr h="3553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60646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68843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18920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26692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029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926814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618069"/>
                  </a:ext>
                </a:extLst>
              </a:tr>
            </a:tbl>
          </a:graphicData>
        </a:graphic>
      </p:graphicFrame>
      <p:sp>
        <p:nvSpPr>
          <p:cNvPr id="26" name="타원 25">
            <a:extLst>
              <a:ext uri="{FF2B5EF4-FFF2-40B4-BE49-F238E27FC236}">
                <a16:creationId xmlns:a16="http://schemas.microsoft.com/office/drawing/2014/main" id="{C921AC35-00C1-B091-58EF-554FF9F19ADA}"/>
              </a:ext>
            </a:extLst>
          </p:cNvPr>
          <p:cNvSpPr/>
          <p:nvPr/>
        </p:nvSpPr>
        <p:spPr>
          <a:xfrm>
            <a:off x="66461" y="1322746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5353D69-F9FD-B47F-D3EA-FD4348584D54}"/>
              </a:ext>
            </a:extLst>
          </p:cNvPr>
          <p:cNvSpPr/>
          <p:nvPr/>
        </p:nvSpPr>
        <p:spPr>
          <a:xfrm>
            <a:off x="1072965" y="1355291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0CC7B01-5280-7340-393A-D322C8CF5525}"/>
              </a:ext>
            </a:extLst>
          </p:cNvPr>
          <p:cNvSpPr/>
          <p:nvPr/>
        </p:nvSpPr>
        <p:spPr>
          <a:xfrm>
            <a:off x="2127915" y="1398966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BBFE3D8-A5FC-AA15-4529-586C1541F97A}"/>
              </a:ext>
            </a:extLst>
          </p:cNvPr>
          <p:cNvSpPr/>
          <p:nvPr/>
        </p:nvSpPr>
        <p:spPr>
          <a:xfrm>
            <a:off x="7391266" y="1577791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1CAEED0-4E24-5718-8E1E-8004931995A4}"/>
              </a:ext>
            </a:extLst>
          </p:cNvPr>
          <p:cNvSpPr/>
          <p:nvPr/>
        </p:nvSpPr>
        <p:spPr>
          <a:xfrm>
            <a:off x="453654" y="3566269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5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5AB4C8D-5D0A-7527-9F8A-11E667F3A42A}"/>
              </a:ext>
            </a:extLst>
          </p:cNvPr>
          <p:cNvSpPr/>
          <p:nvPr/>
        </p:nvSpPr>
        <p:spPr>
          <a:xfrm>
            <a:off x="3719959" y="5171965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386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6544D5CB-65FB-B50C-0CBA-6AA910ED1A39}"/>
              </a:ext>
            </a:extLst>
          </p:cNvPr>
          <p:cNvSpPr/>
          <p:nvPr/>
        </p:nvSpPr>
        <p:spPr>
          <a:xfrm>
            <a:off x="195431" y="1655315"/>
            <a:ext cx="1019921" cy="5186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A87C2E-C6AD-1F49-3B2B-29FA99AE881C}"/>
              </a:ext>
            </a:extLst>
          </p:cNvPr>
          <p:cNvSpPr>
            <a:spLocks noChangeAspect="1"/>
          </p:cNvSpPr>
          <p:nvPr/>
        </p:nvSpPr>
        <p:spPr>
          <a:xfrm>
            <a:off x="1" y="1515542"/>
            <a:ext cx="9483114" cy="5334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A1D99-70AE-52A9-016B-404261914CC9}"/>
              </a:ext>
            </a:extLst>
          </p:cNvPr>
          <p:cNvSpPr txBox="1"/>
          <p:nvPr/>
        </p:nvSpPr>
        <p:spPr>
          <a:xfrm>
            <a:off x="305658" y="1718288"/>
            <a:ext cx="898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Logo      Home	   About us    Product    				       Login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CC6A057-325B-FCC0-DA94-FF6996A0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620277"/>
              </p:ext>
            </p:extLst>
          </p:nvPr>
        </p:nvGraphicFramePr>
        <p:xfrm>
          <a:off x="325112" y="375869"/>
          <a:ext cx="5651795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23">
                  <a:extLst>
                    <a:ext uri="{9D8B030D-6E8A-4147-A177-3AD203B41FA5}">
                      <a16:colId xmlns:a16="http://schemas.microsoft.com/office/drawing/2014/main" val="2220112506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3905594216"/>
                    </a:ext>
                  </a:extLst>
                </a:gridCol>
                <a:gridCol w="1598686">
                  <a:extLst>
                    <a:ext uri="{9D8B030D-6E8A-4147-A177-3AD203B41FA5}">
                      <a16:colId xmlns:a16="http://schemas.microsoft.com/office/drawing/2014/main" val="1668039903"/>
                    </a:ext>
                  </a:extLst>
                </a:gridCol>
                <a:gridCol w="1235349">
                  <a:extLst>
                    <a:ext uri="{9D8B030D-6E8A-4147-A177-3AD203B41FA5}">
                      <a16:colId xmlns:a16="http://schemas.microsoft.com/office/drawing/2014/main" val="2691081796"/>
                    </a:ext>
                  </a:extLst>
                </a:gridCol>
              </a:tblGrid>
              <a:tr h="29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Main-2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7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Main&gt;Scroll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360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860E4B-8998-E74D-F7C9-5051768E351C}"/>
              </a:ext>
            </a:extLst>
          </p:cNvPr>
          <p:cNvGraphicFramePr>
            <a:graphicFrameLocks noGrp="1"/>
          </p:cNvGraphicFramePr>
          <p:nvPr/>
        </p:nvGraphicFramePr>
        <p:xfrm>
          <a:off x="9593342" y="1515542"/>
          <a:ext cx="24484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02">
                  <a:extLst>
                    <a:ext uri="{9D8B030D-6E8A-4147-A177-3AD203B41FA5}">
                      <a16:colId xmlns:a16="http://schemas.microsoft.com/office/drawing/2014/main" val="2921883874"/>
                    </a:ext>
                  </a:extLst>
                </a:gridCol>
                <a:gridCol w="2139090">
                  <a:extLst>
                    <a:ext uri="{9D8B030D-6E8A-4147-A177-3AD203B41FA5}">
                      <a16:colId xmlns:a16="http://schemas.microsoft.com/office/drawing/2014/main" val="3151450483"/>
                    </a:ext>
                  </a:extLst>
                </a:gridCol>
              </a:tblGrid>
              <a:tr h="3553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60646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68843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18920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26692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0298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D44BB6C-138D-3FEB-DF4B-4338D173B749}"/>
              </a:ext>
            </a:extLst>
          </p:cNvPr>
          <p:cNvSpPr/>
          <p:nvPr/>
        </p:nvSpPr>
        <p:spPr>
          <a:xfrm>
            <a:off x="325112" y="3275497"/>
            <a:ext cx="5147284" cy="25495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575269A-1D97-904D-CCE4-7778806DF4CF}"/>
              </a:ext>
            </a:extLst>
          </p:cNvPr>
          <p:cNvSpPr/>
          <p:nvPr/>
        </p:nvSpPr>
        <p:spPr>
          <a:xfrm>
            <a:off x="555225" y="3596665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449FBAA-AB92-F30D-7505-0D9E1C4BBE08}"/>
              </a:ext>
            </a:extLst>
          </p:cNvPr>
          <p:cNvSpPr/>
          <p:nvPr/>
        </p:nvSpPr>
        <p:spPr>
          <a:xfrm>
            <a:off x="1779472" y="3608428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EA7869F-AD2B-0A54-D7B7-DA105755C511}"/>
              </a:ext>
            </a:extLst>
          </p:cNvPr>
          <p:cNvSpPr/>
          <p:nvPr/>
        </p:nvSpPr>
        <p:spPr>
          <a:xfrm>
            <a:off x="2995643" y="3608428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0798D79-4C50-89E3-D89F-9AA1FB4B622B}"/>
              </a:ext>
            </a:extLst>
          </p:cNvPr>
          <p:cNvSpPr/>
          <p:nvPr/>
        </p:nvSpPr>
        <p:spPr>
          <a:xfrm>
            <a:off x="4211814" y="3608428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4412F6B-3018-CD17-1CC9-EBBFFEEF8321}"/>
              </a:ext>
            </a:extLst>
          </p:cNvPr>
          <p:cNvSpPr/>
          <p:nvPr/>
        </p:nvSpPr>
        <p:spPr>
          <a:xfrm>
            <a:off x="518889" y="4621393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02A724-AC89-69A1-3E32-87C9A1EB4E78}"/>
              </a:ext>
            </a:extLst>
          </p:cNvPr>
          <p:cNvSpPr/>
          <p:nvPr/>
        </p:nvSpPr>
        <p:spPr>
          <a:xfrm>
            <a:off x="1779471" y="4647142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EB41C83-D165-AD97-66EE-C736D5DE1FC9}"/>
              </a:ext>
            </a:extLst>
          </p:cNvPr>
          <p:cNvSpPr/>
          <p:nvPr/>
        </p:nvSpPr>
        <p:spPr>
          <a:xfrm>
            <a:off x="2977476" y="4647142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8A8A9D-3C0E-3834-33D1-06F436ADC526}"/>
              </a:ext>
            </a:extLst>
          </p:cNvPr>
          <p:cNvSpPr/>
          <p:nvPr/>
        </p:nvSpPr>
        <p:spPr>
          <a:xfrm>
            <a:off x="4211814" y="4651771"/>
            <a:ext cx="1071847" cy="738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DF2EC4-641F-BA3D-45A5-70EEE27AE66F}"/>
              </a:ext>
            </a:extLst>
          </p:cNvPr>
          <p:cNvCxnSpPr>
            <a:cxnSpLocks/>
          </p:cNvCxnSpPr>
          <p:nvPr/>
        </p:nvCxnSpPr>
        <p:spPr>
          <a:xfrm flipV="1">
            <a:off x="54501" y="2232759"/>
            <a:ext cx="9428614" cy="18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A8E7E85-2361-E932-CDD2-146B52D9C770}"/>
              </a:ext>
            </a:extLst>
          </p:cNvPr>
          <p:cNvSpPr/>
          <p:nvPr/>
        </p:nvSpPr>
        <p:spPr>
          <a:xfrm>
            <a:off x="0" y="6035518"/>
            <a:ext cx="9483114" cy="814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06F7BD2-EA25-148E-D448-8BE1B284F57C}"/>
              </a:ext>
            </a:extLst>
          </p:cNvPr>
          <p:cNvSpPr/>
          <p:nvPr/>
        </p:nvSpPr>
        <p:spPr>
          <a:xfrm>
            <a:off x="5671473" y="3267779"/>
            <a:ext cx="3647921" cy="24167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Nutrient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29A71BE-7B71-BF4C-E6EF-19A4AA4B3576}"/>
              </a:ext>
            </a:extLst>
          </p:cNvPr>
          <p:cNvSpPr/>
          <p:nvPr/>
        </p:nvSpPr>
        <p:spPr>
          <a:xfrm>
            <a:off x="209193" y="3118271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57D74CF-8C1D-C969-F483-1A1E62911052}"/>
              </a:ext>
            </a:extLst>
          </p:cNvPr>
          <p:cNvSpPr/>
          <p:nvPr/>
        </p:nvSpPr>
        <p:spPr>
          <a:xfrm>
            <a:off x="5472396" y="3022578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2DEA9FF-80A1-0E4A-BC6F-1CC0524F0280}"/>
              </a:ext>
            </a:extLst>
          </p:cNvPr>
          <p:cNvSpPr/>
          <p:nvPr/>
        </p:nvSpPr>
        <p:spPr>
          <a:xfrm>
            <a:off x="1594898" y="6202066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701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6544D5CB-65FB-B50C-0CBA-6AA910ED1A39}"/>
              </a:ext>
            </a:extLst>
          </p:cNvPr>
          <p:cNvSpPr/>
          <p:nvPr/>
        </p:nvSpPr>
        <p:spPr>
          <a:xfrm>
            <a:off x="195431" y="1655315"/>
            <a:ext cx="1019921" cy="5186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A87C2E-C6AD-1F49-3B2B-29FA99AE881C}"/>
              </a:ext>
            </a:extLst>
          </p:cNvPr>
          <p:cNvSpPr>
            <a:spLocks noChangeAspect="1"/>
          </p:cNvSpPr>
          <p:nvPr/>
        </p:nvSpPr>
        <p:spPr>
          <a:xfrm>
            <a:off x="1" y="1515542"/>
            <a:ext cx="9483114" cy="5334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A1D99-70AE-52A9-016B-404261914CC9}"/>
              </a:ext>
            </a:extLst>
          </p:cNvPr>
          <p:cNvSpPr txBox="1"/>
          <p:nvPr/>
        </p:nvSpPr>
        <p:spPr>
          <a:xfrm>
            <a:off x="305658" y="1718288"/>
            <a:ext cx="898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Logo      Home	   About us    Product    				       Login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CC6A057-325B-FCC0-DA94-FF6996A0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246585"/>
              </p:ext>
            </p:extLst>
          </p:nvPr>
        </p:nvGraphicFramePr>
        <p:xfrm>
          <a:off x="325112" y="375869"/>
          <a:ext cx="5651795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23">
                  <a:extLst>
                    <a:ext uri="{9D8B030D-6E8A-4147-A177-3AD203B41FA5}">
                      <a16:colId xmlns:a16="http://schemas.microsoft.com/office/drawing/2014/main" val="2220112506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3905594216"/>
                    </a:ext>
                  </a:extLst>
                </a:gridCol>
                <a:gridCol w="1598686">
                  <a:extLst>
                    <a:ext uri="{9D8B030D-6E8A-4147-A177-3AD203B41FA5}">
                      <a16:colId xmlns:a16="http://schemas.microsoft.com/office/drawing/2014/main" val="1668039903"/>
                    </a:ext>
                  </a:extLst>
                </a:gridCol>
                <a:gridCol w="1235349">
                  <a:extLst>
                    <a:ext uri="{9D8B030D-6E8A-4147-A177-3AD203B41FA5}">
                      <a16:colId xmlns:a16="http://schemas.microsoft.com/office/drawing/2014/main" val="2691081796"/>
                    </a:ext>
                  </a:extLst>
                </a:gridCol>
              </a:tblGrid>
              <a:tr h="29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Login-1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7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Main&gt;Login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360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860E4B-8998-E74D-F7C9-5051768E351C}"/>
              </a:ext>
            </a:extLst>
          </p:cNvPr>
          <p:cNvGraphicFramePr>
            <a:graphicFrameLocks noGrp="1"/>
          </p:cNvGraphicFramePr>
          <p:nvPr/>
        </p:nvGraphicFramePr>
        <p:xfrm>
          <a:off x="9593342" y="1515542"/>
          <a:ext cx="24484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02">
                  <a:extLst>
                    <a:ext uri="{9D8B030D-6E8A-4147-A177-3AD203B41FA5}">
                      <a16:colId xmlns:a16="http://schemas.microsoft.com/office/drawing/2014/main" val="2921883874"/>
                    </a:ext>
                  </a:extLst>
                </a:gridCol>
                <a:gridCol w="2139090">
                  <a:extLst>
                    <a:ext uri="{9D8B030D-6E8A-4147-A177-3AD203B41FA5}">
                      <a16:colId xmlns:a16="http://schemas.microsoft.com/office/drawing/2014/main" val="3151450483"/>
                    </a:ext>
                  </a:extLst>
                </a:gridCol>
              </a:tblGrid>
              <a:tr h="3553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60646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68843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18920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26692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0298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DF2EC4-641F-BA3D-45A5-70EEE27AE66F}"/>
              </a:ext>
            </a:extLst>
          </p:cNvPr>
          <p:cNvCxnSpPr>
            <a:cxnSpLocks/>
          </p:cNvCxnSpPr>
          <p:nvPr/>
        </p:nvCxnSpPr>
        <p:spPr>
          <a:xfrm flipV="1">
            <a:off x="54501" y="2232759"/>
            <a:ext cx="9428614" cy="18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E29A71BE-7B71-BF4C-E6EF-19A4AA4B3576}"/>
              </a:ext>
            </a:extLst>
          </p:cNvPr>
          <p:cNvSpPr/>
          <p:nvPr/>
        </p:nvSpPr>
        <p:spPr>
          <a:xfrm>
            <a:off x="10481534" y="3978909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57D74CF-8C1D-C969-F483-1A1E62911052}"/>
              </a:ext>
            </a:extLst>
          </p:cNvPr>
          <p:cNvSpPr/>
          <p:nvPr/>
        </p:nvSpPr>
        <p:spPr>
          <a:xfrm>
            <a:off x="10554457" y="4777338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2DEA9FF-80A1-0E4A-BC6F-1CC0524F0280}"/>
              </a:ext>
            </a:extLst>
          </p:cNvPr>
          <p:cNvSpPr/>
          <p:nvPr/>
        </p:nvSpPr>
        <p:spPr>
          <a:xfrm>
            <a:off x="10720731" y="5684573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ADFCED-9C7F-D7A8-4511-27D04F00442B}"/>
              </a:ext>
            </a:extLst>
          </p:cNvPr>
          <p:cNvSpPr/>
          <p:nvPr/>
        </p:nvSpPr>
        <p:spPr>
          <a:xfrm>
            <a:off x="3258541" y="3666856"/>
            <a:ext cx="3118649" cy="338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8F91C4-3882-3317-1969-24FEE0BFC77E}"/>
              </a:ext>
            </a:extLst>
          </p:cNvPr>
          <p:cNvSpPr/>
          <p:nvPr/>
        </p:nvSpPr>
        <p:spPr>
          <a:xfrm>
            <a:off x="3258541" y="4218106"/>
            <a:ext cx="3118649" cy="338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5E3F5-74AD-9B58-BD2E-53DF18783152}"/>
              </a:ext>
            </a:extLst>
          </p:cNvPr>
          <p:cNvSpPr txBox="1"/>
          <p:nvPr/>
        </p:nvSpPr>
        <p:spPr>
          <a:xfrm>
            <a:off x="2477364" y="3682531"/>
            <a:ext cx="15623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ID:</a:t>
            </a:r>
          </a:p>
          <a:p>
            <a:endParaRPr lang="en-US" altLang="ko-KR" dirty="0"/>
          </a:p>
          <a:p>
            <a:r>
              <a:rPr lang="en-US" altLang="ko-KR" dirty="0"/>
              <a:t>PW: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4D4EA8-46F9-9725-8FAD-9B6ED03B00F6}"/>
              </a:ext>
            </a:extLst>
          </p:cNvPr>
          <p:cNvSpPr txBox="1"/>
          <p:nvPr/>
        </p:nvSpPr>
        <p:spPr>
          <a:xfrm>
            <a:off x="4644668" y="4615518"/>
            <a:ext cx="214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Sign up</a:t>
            </a:r>
            <a:r>
              <a:rPr lang="ko-KR" altLang="en-US" dirty="0"/>
              <a:t> </a:t>
            </a:r>
            <a:r>
              <a:rPr lang="en-US" altLang="ko-KR" dirty="0"/>
              <a:t>| Login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E5A511-2817-8D8F-523F-D77F3CFF59A5}"/>
              </a:ext>
            </a:extLst>
          </p:cNvPr>
          <p:cNvSpPr/>
          <p:nvPr/>
        </p:nvSpPr>
        <p:spPr>
          <a:xfrm>
            <a:off x="1944469" y="3042581"/>
            <a:ext cx="5250231" cy="25132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98175FF-3772-B3C4-291D-01D902707D5E}"/>
              </a:ext>
            </a:extLst>
          </p:cNvPr>
          <p:cNvSpPr/>
          <p:nvPr/>
        </p:nvSpPr>
        <p:spPr>
          <a:xfrm>
            <a:off x="0" y="6035518"/>
            <a:ext cx="9483114" cy="814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749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6544D5CB-65FB-B50C-0CBA-6AA910ED1A39}"/>
              </a:ext>
            </a:extLst>
          </p:cNvPr>
          <p:cNvSpPr/>
          <p:nvPr/>
        </p:nvSpPr>
        <p:spPr>
          <a:xfrm>
            <a:off x="195431" y="1655315"/>
            <a:ext cx="1019921" cy="5186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A87C2E-C6AD-1F49-3B2B-29FA99AE881C}"/>
              </a:ext>
            </a:extLst>
          </p:cNvPr>
          <p:cNvSpPr>
            <a:spLocks noChangeAspect="1"/>
          </p:cNvSpPr>
          <p:nvPr/>
        </p:nvSpPr>
        <p:spPr>
          <a:xfrm>
            <a:off x="1" y="1515542"/>
            <a:ext cx="9483114" cy="5334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A1D99-70AE-52A9-016B-404261914CC9}"/>
              </a:ext>
            </a:extLst>
          </p:cNvPr>
          <p:cNvSpPr txBox="1"/>
          <p:nvPr/>
        </p:nvSpPr>
        <p:spPr>
          <a:xfrm>
            <a:off x="305658" y="1718288"/>
            <a:ext cx="898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Logo      Home	   About us    Product    				       Login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CC6A057-325B-FCC0-DA94-FF6996A0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962178"/>
              </p:ext>
            </p:extLst>
          </p:nvPr>
        </p:nvGraphicFramePr>
        <p:xfrm>
          <a:off x="325112" y="375869"/>
          <a:ext cx="5651795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23">
                  <a:extLst>
                    <a:ext uri="{9D8B030D-6E8A-4147-A177-3AD203B41FA5}">
                      <a16:colId xmlns:a16="http://schemas.microsoft.com/office/drawing/2014/main" val="2220112506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3905594216"/>
                    </a:ext>
                  </a:extLst>
                </a:gridCol>
                <a:gridCol w="1598686">
                  <a:extLst>
                    <a:ext uri="{9D8B030D-6E8A-4147-A177-3AD203B41FA5}">
                      <a16:colId xmlns:a16="http://schemas.microsoft.com/office/drawing/2014/main" val="1668039903"/>
                    </a:ext>
                  </a:extLst>
                </a:gridCol>
                <a:gridCol w="1235349">
                  <a:extLst>
                    <a:ext uri="{9D8B030D-6E8A-4147-A177-3AD203B41FA5}">
                      <a16:colId xmlns:a16="http://schemas.microsoft.com/office/drawing/2014/main" val="2691081796"/>
                    </a:ext>
                  </a:extLst>
                </a:gridCol>
              </a:tblGrid>
              <a:tr h="29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Sign up-1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7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Main&gt;Login&gt;Sign up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360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860E4B-8998-E74D-F7C9-5051768E351C}"/>
              </a:ext>
            </a:extLst>
          </p:cNvPr>
          <p:cNvGraphicFramePr>
            <a:graphicFrameLocks noGrp="1"/>
          </p:cNvGraphicFramePr>
          <p:nvPr/>
        </p:nvGraphicFramePr>
        <p:xfrm>
          <a:off x="9593342" y="1515542"/>
          <a:ext cx="24484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02">
                  <a:extLst>
                    <a:ext uri="{9D8B030D-6E8A-4147-A177-3AD203B41FA5}">
                      <a16:colId xmlns:a16="http://schemas.microsoft.com/office/drawing/2014/main" val="2921883874"/>
                    </a:ext>
                  </a:extLst>
                </a:gridCol>
                <a:gridCol w="2139090">
                  <a:extLst>
                    <a:ext uri="{9D8B030D-6E8A-4147-A177-3AD203B41FA5}">
                      <a16:colId xmlns:a16="http://schemas.microsoft.com/office/drawing/2014/main" val="3151450483"/>
                    </a:ext>
                  </a:extLst>
                </a:gridCol>
              </a:tblGrid>
              <a:tr h="3553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60646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68843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18920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26692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0298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DF2EC4-641F-BA3D-45A5-70EEE27AE66F}"/>
              </a:ext>
            </a:extLst>
          </p:cNvPr>
          <p:cNvCxnSpPr>
            <a:cxnSpLocks/>
          </p:cNvCxnSpPr>
          <p:nvPr/>
        </p:nvCxnSpPr>
        <p:spPr>
          <a:xfrm flipV="1">
            <a:off x="54501" y="2232759"/>
            <a:ext cx="9428614" cy="18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E29A71BE-7B71-BF4C-E6EF-19A4AA4B3576}"/>
              </a:ext>
            </a:extLst>
          </p:cNvPr>
          <p:cNvSpPr/>
          <p:nvPr/>
        </p:nvSpPr>
        <p:spPr>
          <a:xfrm>
            <a:off x="10481534" y="3978909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57D74CF-8C1D-C969-F483-1A1E62911052}"/>
              </a:ext>
            </a:extLst>
          </p:cNvPr>
          <p:cNvSpPr/>
          <p:nvPr/>
        </p:nvSpPr>
        <p:spPr>
          <a:xfrm>
            <a:off x="10554457" y="4777338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2DEA9FF-80A1-0E4A-BC6F-1CC0524F0280}"/>
              </a:ext>
            </a:extLst>
          </p:cNvPr>
          <p:cNvSpPr/>
          <p:nvPr/>
        </p:nvSpPr>
        <p:spPr>
          <a:xfrm>
            <a:off x="10720731" y="5684573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61028-4777-4EB4-FC59-14A273C9DC12}"/>
              </a:ext>
            </a:extLst>
          </p:cNvPr>
          <p:cNvSpPr txBox="1"/>
          <p:nvPr/>
        </p:nvSpPr>
        <p:spPr>
          <a:xfrm>
            <a:off x="2172422" y="3344342"/>
            <a:ext cx="4590166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Information</a:t>
            </a:r>
          </a:p>
          <a:p>
            <a:endParaRPr lang="en-US" altLang="ko-KR" dirty="0"/>
          </a:p>
          <a:p>
            <a:r>
              <a:rPr lang="en-US" altLang="ko-KR" dirty="0"/>
              <a:t>ID:</a:t>
            </a:r>
          </a:p>
          <a:p>
            <a:r>
              <a:rPr lang="en-US" altLang="ko-KR" dirty="0"/>
              <a:t>PW:</a:t>
            </a:r>
          </a:p>
          <a:p>
            <a:r>
              <a:rPr lang="en-US" altLang="ko-KR" dirty="0"/>
              <a:t>Nickname:</a:t>
            </a:r>
          </a:p>
          <a:p>
            <a:r>
              <a:rPr lang="en-US" altLang="ko-KR" dirty="0"/>
              <a:t>Birth Year: </a:t>
            </a:r>
          </a:p>
          <a:p>
            <a:r>
              <a:rPr lang="en-US" altLang="ko-KR" dirty="0"/>
              <a:t>Sex: </a:t>
            </a:r>
          </a:p>
          <a:p>
            <a:r>
              <a:rPr lang="en-US" altLang="ko-KR" dirty="0"/>
              <a:t>Height:</a:t>
            </a:r>
          </a:p>
          <a:p>
            <a:r>
              <a:rPr lang="en-US" altLang="ko-KR" dirty="0"/>
              <a:t>Weight: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7FF04D9-3B7D-4A28-908C-428942C4AD9F}"/>
              </a:ext>
            </a:extLst>
          </p:cNvPr>
          <p:cNvSpPr/>
          <p:nvPr/>
        </p:nvSpPr>
        <p:spPr>
          <a:xfrm>
            <a:off x="654008" y="2670532"/>
            <a:ext cx="8017653" cy="38695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3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6544D5CB-65FB-B50C-0CBA-6AA910ED1A39}"/>
              </a:ext>
            </a:extLst>
          </p:cNvPr>
          <p:cNvSpPr/>
          <p:nvPr/>
        </p:nvSpPr>
        <p:spPr>
          <a:xfrm>
            <a:off x="195431" y="1655315"/>
            <a:ext cx="1019921" cy="5186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A87C2E-C6AD-1F49-3B2B-29FA99AE881C}"/>
              </a:ext>
            </a:extLst>
          </p:cNvPr>
          <p:cNvSpPr>
            <a:spLocks noChangeAspect="1"/>
          </p:cNvSpPr>
          <p:nvPr/>
        </p:nvSpPr>
        <p:spPr>
          <a:xfrm>
            <a:off x="1" y="1515542"/>
            <a:ext cx="9483114" cy="5334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A1D99-70AE-52A9-016B-404261914CC9}"/>
              </a:ext>
            </a:extLst>
          </p:cNvPr>
          <p:cNvSpPr txBox="1"/>
          <p:nvPr/>
        </p:nvSpPr>
        <p:spPr>
          <a:xfrm>
            <a:off x="305658" y="1718288"/>
            <a:ext cx="898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Logo      Home	   About us    Product    				       Login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CC6A057-325B-FCC0-DA94-FF6996A0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925064"/>
              </p:ext>
            </p:extLst>
          </p:nvPr>
        </p:nvGraphicFramePr>
        <p:xfrm>
          <a:off x="305658" y="254889"/>
          <a:ext cx="5651795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23">
                  <a:extLst>
                    <a:ext uri="{9D8B030D-6E8A-4147-A177-3AD203B41FA5}">
                      <a16:colId xmlns:a16="http://schemas.microsoft.com/office/drawing/2014/main" val="2220112506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3905594216"/>
                    </a:ext>
                  </a:extLst>
                </a:gridCol>
                <a:gridCol w="1598686">
                  <a:extLst>
                    <a:ext uri="{9D8B030D-6E8A-4147-A177-3AD203B41FA5}">
                      <a16:colId xmlns:a16="http://schemas.microsoft.com/office/drawing/2014/main" val="1668039903"/>
                    </a:ext>
                  </a:extLst>
                </a:gridCol>
                <a:gridCol w="1235349">
                  <a:extLst>
                    <a:ext uri="{9D8B030D-6E8A-4147-A177-3AD203B41FA5}">
                      <a16:colId xmlns:a16="http://schemas.microsoft.com/office/drawing/2014/main" val="2691081796"/>
                    </a:ext>
                  </a:extLst>
                </a:gridCol>
              </a:tblGrid>
              <a:tr h="29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Sign up-2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7338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Main&gt;Login&gt;Sign up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36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Main&gt;</a:t>
                      </a:r>
                      <a:r>
                        <a:rPr lang="en-US" altLang="ko-KR" dirty="0"/>
                        <a:t>Analyze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49968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860E4B-8998-E74D-F7C9-5051768E351C}"/>
              </a:ext>
            </a:extLst>
          </p:cNvPr>
          <p:cNvGraphicFramePr>
            <a:graphicFrameLocks noGrp="1"/>
          </p:cNvGraphicFramePr>
          <p:nvPr/>
        </p:nvGraphicFramePr>
        <p:xfrm>
          <a:off x="9593342" y="1515542"/>
          <a:ext cx="24484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02">
                  <a:extLst>
                    <a:ext uri="{9D8B030D-6E8A-4147-A177-3AD203B41FA5}">
                      <a16:colId xmlns:a16="http://schemas.microsoft.com/office/drawing/2014/main" val="2921883874"/>
                    </a:ext>
                  </a:extLst>
                </a:gridCol>
                <a:gridCol w="2139090">
                  <a:extLst>
                    <a:ext uri="{9D8B030D-6E8A-4147-A177-3AD203B41FA5}">
                      <a16:colId xmlns:a16="http://schemas.microsoft.com/office/drawing/2014/main" val="3151450483"/>
                    </a:ext>
                  </a:extLst>
                </a:gridCol>
              </a:tblGrid>
              <a:tr h="3553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60646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68843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18920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26692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0298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DF2EC4-641F-BA3D-45A5-70EEE27AE66F}"/>
              </a:ext>
            </a:extLst>
          </p:cNvPr>
          <p:cNvCxnSpPr>
            <a:cxnSpLocks/>
          </p:cNvCxnSpPr>
          <p:nvPr/>
        </p:nvCxnSpPr>
        <p:spPr>
          <a:xfrm flipV="1">
            <a:off x="54501" y="2232759"/>
            <a:ext cx="9428614" cy="18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E29A71BE-7B71-BF4C-E6EF-19A4AA4B3576}"/>
              </a:ext>
            </a:extLst>
          </p:cNvPr>
          <p:cNvSpPr/>
          <p:nvPr/>
        </p:nvSpPr>
        <p:spPr>
          <a:xfrm>
            <a:off x="10481534" y="3978909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57D74CF-8C1D-C969-F483-1A1E62911052}"/>
              </a:ext>
            </a:extLst>
          </p:cNvPr>
          <p:cNvSpPr/>
          <p:nvPr/>
        </p:nvSpPr>
        <p:spPr>
          <a:xfrm>
            <a:off x="10554457" y="4777338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2DEA9FF-80A1-0E4A-BC6F-1CC0524F0280}"/>
              </a:ext>
            </a:extLst>
          </p:cNvPr>
          <p:cNvSpPr/>
          <p:nvPr/>
        </p:nvSpPr>
        <p:spPr>
          <a:xfrm>
            <a:off x="10720731" y="5684573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61028-4777-4EB4-FC59-14A273C9DC12}"/>
              </a:ext>
            </a:extLst>
          </p:cNvPr>
          <p:cNvSpPr txBox="1"/>
          <p:nvPr/>
        </p:nvSpPr>
        <p:spPr>
          <a:xfrm>
            <a:off x="2652980" y="3718639"/>
            <a:ext cx="4590166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Health Information</a:t>
            </a:r>
          </a:p>
          <a:p>
            <a:endParaRPr lang="en-US" altLang="ko-KR" dirty="0"/>
          </a:p>
          <a:p>
            <a:r>
              <a:rPr lang="en-US" altLang="ko-KR" b="1" dirty="0"/>
              <a:t>(</a:t>
            </a:r>
            <a:r>
              <a:rPr lang="en-US" altLang="ko-KR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optional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Physical activity:</a:t>
            </a:r>
          </a:p>
          <a:p>
            <a:r>
              <a:rPr lang="en-US" altLang="ko-KR" dirty="0"/>
              <a:t>Nutrient: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7FF04D9-3B7D-4A28-908C-428942C4AD9F}"/>
              </a:ext>
            </a:extLst>
          </p:cNvPr>
          <p:cNvSpPr/>
          <p:nvPr/>
        </p:nvSpPr>
        <p:spPr>
          <a:xfrm>
            <a:off x="654008" y="2670532"/>
            <a:ext cx="8017653" cy="38695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32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6544D5CB-65FB-B50C-0CBA-6AA910ED1A39}"/>
              </a:ext>
            </a:extLst>
          </p:cNvPr>
          <p:cNvSpPr/>
          <p:nvPr/>
        </p:nvSpPr>
        <p:spPr>
          <a:xfrm>
            <a:off x="195431" y="1655315"/>
            <a:ext cx="1019921" cy="5186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A87C2E-C6AD-1F49-3B2B-29FA99AE881C}"/>
              </a:ext>
            </a:extLst>
          </p:cNvPr>
          <p:cNvSpPr>
            <a:spLocks noChangeAspect="1"/>
          </p:cNvSpPr>
          <p:nvPr/>
        </p:nvSpPr>
        <p:spPr>
          <a:xfrm>
            <a:off x="1" y="1515542"/>
            <a:ext cx="9483114" cy="5334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A1D99-70AE-52A9-016B-404261914CC9}"/>
              </a:ext>
            </a:extLst>
          </p:cNvPr>
          <p:cNvSpPr txBox="1"/>
          <p:nvPr/>
        </p:nvSpPr>
        <p:spPr>
          <a:xfrm>
            <a:off x="305658" y="1718288"/>
            <a:ext cx="898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Logo      Home	   About us    Product    				       Login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CC6A057-325B-FCC0-DA94-FF6996A0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84031"/>
              </p:ext>
            </p:extLst>
          </p:nvPr>
        </p:nvGraphicFramePr>
        <p:xfrm>
          <a:off x="325112" y="375869"/>
          <a:ext cx="5651795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23">
                  <a:extLst>
                    <a:ext uri="{9D8B030D-6E8A-4147-A177-3AD203B41FA5}">
                      <a16:colId xmlns:a16="http://schemas.microsoft.com/office/drawing/2014/main" val="2220112506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3905594216"/>
                    </a:ext>
                  </a:extLst>
                </a:gridCol>
                <a:gridCol w="1598686">
                  <a:extLst>
                    <a:ext uri="{9D8B030D-6E8A-4147-A177-3AD203B41FA5}">
                      <a16:colId xmlns:a16="http://schemas.microsoft.com/office/drawing/2014/main" val="1668039903"/>
                    </a:ext>
                  </a:extLst>
                </a:gridCol>
                <a:gridCol w="1235349">
                  <a:extLst>
                    <a:ext uri="{9D8B030D-6E8A-4147-A177-3AD203B41FA5}">
                      <a16:colId xmlns:a16="http://schemas.microsoft.com/office/drawing/2014/main" val="2691081796"/>
                    </a:ext>
                  </a:extLst>
                </a:gridCol>
              </a:tblGrid>
              <a:tr h="29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Result-1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7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Main&gt;Analyze&gt;Result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360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860E4B-8998-E74D-F7C9-5051768E351C}"/>
              </a:ext>
            </a:extLst>
          </p:cNvPr>
          <p:cNvGraphicFramePr>
            <a:graphicFrameLocks noGrp="1"/>
          </p:cNvGraphicFramePr>
          <p:nvPr/>
        </p:nvGraphicFramePr>
        <p:xfrm>
          <a:off x="9593342" y="1515542"/>
          <a:ext cx="24484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02">
                  <a:extLst>
                    <a:ext uri="{9D8B030D-6E8A-4147-A177-3AD203B41FA5}">
                      <a16:colId xmlns:a16="http://schemas.microsoft.com/office/drawing/2014/main" val="2921883874"/>
                    </a:ext>
                  </a:extLst>
                </a:gridCol>
                <a:gridCol w="2139090">
                  <a:extLst>
                    <a:ext uri="{9D8B030D-6E8A-4147-A177-3AD203B41FA5}">
                      <a16:colId xmlns:a16="http://schemas.microsoft.com/office/drawing/2014/main" val="3151450483"/>
                    </a:ext>
                  </a:extLst>
                </a:gridCol>
              </a:tblGrid>
              <a:tr h="3553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60646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68843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18920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26692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0298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DF2EC4-641F-BA3D-45A5-70EEE27AE66F}"/>
              </a:ext>
            </a:extLst>
          </p:cNvPr>
          <p:cNvCxnSpPr>
            <a:cxnSpLocks/>
          </p:cNvCxnSpPr>
          <p:nvPr/>
        </p:nvCxnSpPr>
        <p:spPr>
          <a:xfrm flipV="1">
            <a:off x="54501" y="2232759"/>
            <a:ext cx="9428614" cy="18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E29A71BE-7B71-BF4C-E6EF-19A4AA4B3576}"/>
              </a:ext>
            </a:extLst>
          </p:cNvPr>
          <p:cNvSpPr/>
          <p:nvPr/>
        </p:nvSpPr>
        <p:spPr>
          <a:xfrm>
            <a:off x="10481534" y="3978909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57D74CF-8C1D-C969-F483-1A1E62911052}"/>
              </a:ext>
            </a:extLst>
          </p:cNvPr>
          <p:cNvSpPr/>
          <p:nvPr/>
        </p:nvSpPr>
        <p:spPr>
          <a:xfrm>
            <a:off x="10554457" y="4777338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2DEA9FF-80A1-0E4A-BC6F-1CC0524F0280}"/>
              </a:ext>
            </a:extLst>
          </p:cNvPr>
          <p:cNvSpPr/>
          <p:nvPr/>
        </p:nvSpPr>
        <p:spPr>
          <a:xfrm>
            <a:off x="10720731" y="5684573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7FF04D9-3B7D-4A28-908C-428942C4AD9F}"/>
              </a:ext>
            </a:extLst>
          </p:cNvPr>
          <p:cNvSpPr/>
          <p:nvPr/>
        </p:nvSpPr>
        <p:spPr>
          <a:xfrm>
            <a:off x="654008" y="2670532"/>
            <a:ext cx="8017653" cy="38695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7C11822F-1C39-6486-A6F8-8C1CD26DD1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3527046"/>
              </p:ext>
            </p:extLst>
          </p:nvPr>
        </p:nvGraphicFramePr>
        <p:xfrm>
          <a:off x="2545802" y="3012992"/>
          <a:ext cx="4234063" cy="3074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778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6544D5CB-65FB-B50C-0CBA-6AA910ED1A39}"/>
              </a:ext>
            </a:extLst>
          </p:cNvPr>
          <p:cNvSpPr/>
          <p:nvPr/>
        </p:nvSpPr>
        <p:spPr>
          <a:xfrm>
            <a:off x="195431" y="1655315"/>
            <a:ext cx="1019921" cy="5186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A87C2E-C6AD-1F49-3B2B-29FA99AE881C}"/>
              </a:ext>
            </a:extLst>
          </p:cNvPr>
          <p:cNvSpPr>
            <a:spLocks noChangeAspect="1"/>
          </p:cNvSpPr>
          <p:nvPr/>
        </p:nvSpPr>
        <p:spPr>
          <a:xfrm>
            <a:off x="1" y="1515542"/>
            <a:ext cx="9483114" cy="5334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A1D99-70AE-52A9-016B-404261914CC9}"/>
              </a:ext>
            </a:extLst>
          </p:cNvPr>
          <p:cNvSpPr txBox="1"/>
          <p:nvPr/>
        </p:nvSpPr>
        <p:spPr>
          <a:xfrm>
            <a:off x="305658" y="1718288"/>
            <a:ext cx="898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Logo      Home	   About us    Product    				       Login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CC6A057-325B-FCC0-DA94-FF6996A0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68787"/>
              </p:ext>
            </p:extLst>
          </p:nvPr>
        </p:nvGraphicFramePr>
        <p:xfrm>
          <a:off x="325112" y="375869"/>
          <a:ext cx="5651795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23">
                  <a:extLst>
                    <a:ext uri="{9D8B030D-6E8A-4147-A177-3AD203B41FA5}">
                      <a16:colId xmlns:a16="http://schemas.microsoft.com/office/drawing/2014/main" val="2220112506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3905594216"/>
                    </a:ext>
                  </a:extLst>
                </a:gridCol>
                <a:gridCol w="1598686">
                  <a:extLst>
                    <a:ext uri="{9D8B030D-6E8A-4147-A177-3AD203B41FA5}">
                      <a16:colId xmlns:a16="http://schemas.microsoft.com/office/drawing/2014/main" val="1668039903"/>
                    </a:ext>
                  </a:extLst>
                </a:gridCol>
                <a:gridCol w="1235349">
                  <a:extLst>
                    <a:ext uri="{9D8B030D-6E8A-4147-A177-3AD203B41FA5}">
                      <a16:colId xmlns:a16="http://schemas.microsoft.com/office/drawing/2014/main" val="2691081796"/>
                    </a:ext>
                  </a:extLst>
                </a:gridCol>
              </a:tblGrid>
              <a:tr h="29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Result-2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7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Main&gt;Analyze&gt;Result&gt;Scroll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360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860E4B-8998-E74D-F7C9-5051768E351C}"/>
              </a:ext>
            </a:extLst>
          </p:cNvPr>
          <p:cNvGraphicFramePr>
            <a:graphicFrameLocks noGrp="1"/>
          </p:cNvGraphicFramePr>
          <p:nvPr/>
        </p:nvGraphicFramePr>
        <p:xfrm>
          <a:off x="9593342" y="1515542"/>
          <a:ext cx="24484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02">
                  <a:extLst>
                    <a:ext uri="{9D8B030D-6E8A-4147-A177-3AD203B41FA5}">
                      <a16:colId xmlns:a16="http://schemas.microsoft.com/office/drawing/2014/main" val="2921883874"/>
                    </a:ext>
                  </a:extLst>
                </a:gridCol>
                <a:gridCol w="2139090">
                  <a:extLst>
                    <a:ext uri="{9D8B030D-6E8A-4147-A177-3AD203B41FA5}">
                      <a16:colId xmlns:a16="http://schemas.microsoft.com/office/drawing/2014/main" val="3151450483"/>
                    </a:ext>
                  </a:extLst>
                </a:gridCol>
              </a:tblGrid>
              <a:tr h="3553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606468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68843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18920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26692"/>
                  </a:ext>
                </a:extLst>
              </a:tr>
              <a:tr h="355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0298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DF2EC4-641F-BA3D-45A5-70EEE27AE66F}"/>
              </a:ext>
            </a:extLst>
          </p:cNvPr>
          <p:cNvCxnSpPr>
            <a:cxnSpLocks/>
          </p:cNvCxnSpPr>
          <p:nvPr/>
        </p:nvCxnSpPr>
        <p:spPr>
          <a:xfrm flipV="1">
            <a:off x="54501" y="2232759"/>
            <a:ext cx="9428614" cy="18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E29A71BE-7B71-BF4C-E6EF-19A4AA4B3576}"/>
              </a:ext>
            </a:extLst>
          </p:cNvPr>
          <p:cNvSpPr/>
          <p:nvPr/>
        </p:nvSpPr>
        <p:spPr>
          <a:xfrm>
            <a:off x="10481534" y="3978909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57D74CF-8C1D-C969-F483-1A1E62911052}"/>
              </a:ext>
            </a:extLst>
          </p:cNvPr>
          <p:cNvSpPr/>
          <p:nvPr/>
        </p:nvSpPr>
        <p:spPr>
          <a:xfrm>
            <a:off x="10554457" y="4777338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2DEA9FF-80A1-0E4A-BC6F-1CC0524F0280}"/>
              </a:ext>
            </a:extLst>
          </p:cNvPr>
          <p:cNvSpPr/>
          <p:nvPr/>
        </p:nvSpPr>
        <p:spPr>
          <a:xfrm>
            <a:off x="10720731" y="5684573"/>
            <a:ext cx="478394" cy="478394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7FF04D9-3B7D-4A28-908C-428942C4AD9F}"/>
              </a:ext>
            </a:extLst>
          </p:cNvPr>
          <p:cNvSpPr/>
          <p:nvPr/>
        </p:nvSpPr>
        <p:spPr>
          <a:xfrm>
            <a:off x="654008" y="2670532"/>
            <a:ext cx="8017653" cy="38695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3D521-431C-E19B-92DD-89E8A169CBE2}"/>
              </a:ext>
            </a:extLst>
          </p:cNvPr>
          <p:cNvSpPr txBox="1"/>
          <p:nvPr/>
        </p:nvSpPr>
        <p:spPr>
          <a:xfrm>
            <a:off x="2184281" y="2979988"/>
            <a:ext cx="4668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Problem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EA2424F-0F8B-961B-DFE0-861C40695923}"/>
              </a:ext>
            </a:extLst>
          </p:cNvPr>
          <p:cNvSpPr/>
          <p:nvPr/>
        </p:nvSpPr>
        <p:spPr>
          <a:xfrm>
            <a:off x="4991461" y="5684572"/>
            <a:ext cx="1683465" cy="57528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save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6A59E9B-DF33-1FCF-B879-D7F004CDC33D}"/>
              </a:ext>
            </a:extLst>
          </p:cNvPr>
          <p:cNvSpPr/>
          <p:nvPr/>
        </p:nvSpPr>
        <p:spPr>
          <a:xfrm>
            <a:off x="2129167" y="2816157"/>
            <a:ext cx="4668890" cy="121057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F7B61DE-FEC5-F2D1-55F8-E2F535DCDF5F}"/>
              </a:ext>
            </a:extLst>
          </p:cNvPr>
          <p:cNvSpPr/>
          <p:nvPr/>
        </p:nvSpPr>
        <p:spPr>
          <a:xfrm>
            <a:off x="2129167" y="4323256"/>
            <a:ext cx="4668890" cy="121057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A765468-75B4-4D75-4CFE-1C48340E4BFB}"/>
              </a:ext>
            </a:extLst>
          </p:cNvPr>
          <p:cNvSpPr/>
          <p:nvPr/>
        </p:nvSpPr>
        <p:spPr>
          <a:xfrm>
            <a:off x="2351711" y="5684572"/>
            <a:ext cx="1683465" cy="57528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692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289</Words>
  <Application>Microsoft Office PowerPoint</Application>
  <PresentationFormat>와이드스크린</PresentationFormat>
  <Paragraphs>142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403_25</dc:creator>
  <cp:lastModifiedBy>혜린 신</cp:lastModifiedBy>
  <cp:revision>12</cp:revision>
  <dcterms:created xsi:type="dcterms:W3CDTF">2026-03-16T05:38:04Z</dcterms:created>
  <dcterms:modified xsi:type="dcterms:W3CDTF">2026-03-22T19:30:45Z</dcterms:modified>
</cp:coreProperties>
</file>