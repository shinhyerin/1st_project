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960ba117e7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960ba117e7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960ba117e7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960ba117e7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960ba117e7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960ba117e7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960ba117e7_0_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960ba117e7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960ba117e7_0_2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960ba117e7_0_2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94601" cy="5570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9" y="0"/>
            <a:ext cx="9144017" cy="5131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9445"/>
            <a:ext cx="9144002" cy="51529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59574" cy="51434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