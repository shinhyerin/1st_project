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2" d="100"/>
          <a:sy n="112" d="100"/>
        </p:scale>
        <p:origin x="422" y="-8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혜린 신" userId="5adea4bc7da63cbc" providerId="LiveId" clId="{785FC663-6596-41A1-9C15-C2E064C29DFB}"/>
    <pc:docChg chg="modSld">
      <pc:chgData name="혜린 신" userId="5adea4bc7da63cbc" providerId="LiveId" clId="{785FC663-6596-41A1-9C15-C2E064C29DFB}" dt="2026-03-18T06:52:36.085" v="22" actId="20577"/>
      <pc:docMkLst>
        <pc:docMk/>
      </pc:docMkLst>
      <pc:sldChg chg="addSp modSp mod modNotes">
        <pc:chgData name="혜린 신" userId="5adea4bc7da63cbc" providerId="LiveId" clId="{785FC663-6596-41A1-9C15-C2E064C29DFB}" dt="2026-03-18T06:52:36.085" v="22" actId="20577"/>
        <pc:sldMkLst>
          <pc:docMk/>
          <pc:sldMk cId="0" sldId="256"/>
        </pc:sldMkLst>
        <pc:spChg chg="add mod">
          <ac:chgData name="혜린 신" userId="5adea4bc7da63cbc" providerId="LiveId" clId="{785FC663-6596-41A1-9C15-C2E064C29DFB}" dt="2026-03-18T06:52:36.085" v="22" actId="20577"/>
          <ac:spMkLst>
            <pc:docMk/>
            <pc:sldMk cId="0" sldId="256"/>
            <ac:spMk id="2" creationId="{2590A895-6D00-A761-F919-CB6E020A2E0C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960ba117e7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960ba117e7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3960ba117e7_0_1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3960ba117e7_0_1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960ba117e7_0_1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3960ba117e7_0_16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960ba117e7_0_2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960ba117e7_0_2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960ba117e7_0_2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Google Shape;72;g3960ba117e7_0_2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94601" cy="5570249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590A895-6D00-A761-F919-CB6E020A2E0C}"/>
              </a:ext>
            </a:extLst>
          </p:cNvPr>
          <p:cNvSpPr txBox="1"/>
          <p:nvPr/>
        </p:nvSpPr>
        <p:spPr>
          <a:xfrm>
            <a:off x="5374532" y="666345"/>
            <a:ext cx="344845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수정수정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" name="Google Shape;59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19" y="0"/>
            <a:ext cx="9144017" cy="51314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" name="Google Shape;64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9445"/>
            <a:ext cx="9144002" cy="51529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59574" cy="514349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" name="Google Shape;74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1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</Words>
  <Application>Microsoft Office PowerPoint</Application>
  <PresentationFormat>화면 슬라이드 쇼(16:9)</PresentationFormat>
  <Paragraphs>1</Paragraphs>
  <Slides>5</Slides>
  <Notes>5</Notes>
  <HiddenSlides>0</HiddenSlides>
  <MMClips>0</MMClips>
  <ScaleCrop>false</ScaleCrop>
  <HeadingPairs>
    <vt:vector size="6" baseType="variant">
      <vt:variant>
        <vt:lpstr>사용한 글꼴</vt:lpstr>
      </vt:variant>
      <vt:variant>
        <vt:i4>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7" baseType="lpstr">
      <vt:lpstr>Arial</vt:lpstr>
      <vt:lpstr>Simple Light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혜린 신</cp:lastModifiedBy>
  <cp:revision>1</cp:revision>
  <dcterms:modified xsi:type="dcterms:W3CDTF">2026-03-18T06:52:39Z</dcterms:modified>
</cp:coreProperties>
</file>