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4" r:id="rId6"/>
    <p:sldId id="265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90" d="100"/>
          <a:sy n="90" d="100"/>
        </p:scale>
        <p:origin x="175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2:28:06.871" v="1642" actId="20577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26:19.742" v="1622" actId="1076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26:19.742" v="1622" actId="1076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2:28:06.871" v="1642" actId="20577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mod ord">
          <ac:chgData name="혜린 신" userId="5adea4bc7da63cbc" providerId="LiveId" clId="{006129DB-ED47-489C-BE29-1CD45A3BB9BA}" dt="2026-03-19T02:28:06.871" v="1642" actId="20577"/>
          <ac:spMkLst>
            <pc:docMk/>
            <pc:sldMk cId="1239003251" sldId="261"/>
            <ac:spMk id="3" creationId="{4DF33E91-DE90-8D14-6EC9-DA1097C32CF5}"/>
          </ac:spMkLst>
        </pc:spChg>
        <pc:spChg chg="add mod ord">
          <ac:chgData name="혜린 신" userId="5adea4bc7da63cbc" providerId="LiveId" clId="{006129DB-ED47-489C-BE29-1CD45A3BB9BA}" dt="2026-03-19T02:10:39.885" v="1137" actId="1076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mod">
          <ac:chgData name="혜린 신" userId="5adea4bc7da63cbc" providerId="LiveId" clId="{006129DB-ED47-489C-BE29-1CD45A3BB9BA}" dt="2026-03-19T02:10:36.583" v="1136" actId="255"/>
          <ac:spMkLst>
            <pc:docMk/>
            <pc:sldMk cId="1239003251" sldId="261"/>
            <ac:spMk id="6" creationId="{BC43E2C4-18EF-0F50-03B2-6BE1F36AA8FA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2:27:43.534" v="1638" actId="14100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2:11:47.591" v="1172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2:27:59.878" v="1641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2:27:59.878" v="1641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073" y="1122363"/>
            <a:ext cx="12071927" cy="2387600"/>
          </a:xfrm>
        </p:spPr>
        <p:txBody>
          <a:bodyPr>
            <a:no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 패턴 분석을 통한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n w="0"/>
                <a:latin typeface="Noto Sans KR" panose="020B0200000000000000" pitchFamily="50" charset="-127"/>
                <a:ea typeface="Noto Sans KR" panose="020B0200000000000000" pitchFamily="50" charset="-127"/>
              </a:rPr>
              <a:t>연령별 식습관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개선 가이드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endParaRPr lang="en-US" altLang="ko-KR" dirty="0"/>
          </a:p>
          <a:p>
            <a:pPr algn="r"/>
            <a:endParaRPr lang="en-US" altLang="ko-KR" b="1" dirty="0"/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2026.03.19. </a:t>
            </a:r>
            <a:r>
              <a:rPr lang="ko-KR" altLang="en-US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기획의도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A8D967-A763-1F0B-A37F-1E09A1F9F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1263" y="2141537"/>
            <a:ext cx="5877493" cy="4351338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간편식과 가공식품 섭취 증가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 불균형이 심화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중성지방 및 나쁜 콜레스테롤 증가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72BEF-73D1-8EB2-03AA-3115BDD6B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기획의도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3E91-DE90-8D14-6EC9-DA1097C3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6697" y="1522092"/>
            <a:ext cx="5181600" cy="2352759"/>
          </a:xfrm>
        </p:spPr>
        <p:txBody>
          <a:bodyPr>
            <a:normAutofit/>
          </a:bodyPr>
          <a:lstStyle/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생활습관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신체활동을 </a:t>
            </a:r>
            <a:b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통합 분석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508842-32F4-CCED-A39C-C48116CE2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5980" y="1825625"/>
            <a:ext cx="5181600" cy="1603375"/>
          </a:xfrm>
        </p:spPr>
        <p:txBody>
          <a:bodyPr>
            <a:normAutofit/>
          </a:bodyPr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중성지방에 영향을 미치는 핵심 영양소 도출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43E2C4-18EF-0F50-03B2-6BE1F36AA8FA}"/>
              </a:ext>
            </a:extLst>
          </p:cNvPr>
          <p:cNvSpPr txBox="1"/>
          <p:nvPr/>
        </p:nvSpPr>
        <p:spPr>
          <a:xfrm>
            <a:off x="2446475" y="4121753"/>
            <a:ext cx="75029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→ </a:t>
            </a:r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섭취 변화에 따른 영향을 예측</a:t>
            </a:r>
            <a:endParaRPr lang="en-US" altLang="ko-KR" sz="2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맞춤형 식습관 개선 가이드를 제공</a:t>
            </a:r>
            <a:endParaRPr lang="en-US" altLang="ko-KR" sz="2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900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04333C-3927-F797-5EEF-59E04DBF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개발목표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1753252"/>
          </a:xfrm>
        </p:spPr>
        <p:txBody>
          <a:bodyPr>
            <a:norm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개인 패턴 지표 생성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20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국건영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식품섭취조사 데이터를 활용하여 개인별 영양소 기반 분석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A180C4-6709-0194-6E45-04D926791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1547360"/>
          </a:xfrm>
        </p:spPr>
        <p:txBody>
          <a:bodyPr>
            <a:norm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다차원 데이터셋 구축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영양소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생활습관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신체활동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연령을 결합한 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DB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설계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6B1D136-6594-3C31-CC2C-47E7378E927B}"/>
              </a:ext>
            </a:extLst>
          </p:cNvPr>
          <p:cNvSpPr txBox="1">
            <a:spLocks/>
          </p:cNvSpPr>
          <p:nvPr/>
        </p:nvSpPr>
        <p:spPr>
          <a:xfrm>
            <a:off x="789755" y="3848205"/>
            <a:ext cx="5181600" cy="2062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건강 페르소나 도출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k-means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군집화로 영양소 및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활동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패턴 </a:t>
            </a:r>
            <a:b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유형화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A180C4-6709-0194-6E45-04D926791744}"/>
              </a:ext>
            </a:extLst>
          </p:cNvPr>
          <p:cNvSpPr txBox="1">
            <a:spLocks/>
          </p:cNvSpPr>
          <p:nvPr/>
        </p:nvSpPr>
        <p:spPr>
          <a:xfrm>
            <a:off x="6324600" y="3690758"/>
            <a:ext cx="5181600" cy="1767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모델 분석 및 활용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중성지방 연관성 분석을 통한 맞춤형 서비스 기준 수립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12A3C-24E9-0ED6-A8DA-DF39C3037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 개발목표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맞춤형 식습관 개선 가이드</a:t>
            </a:r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4A04E4E7-A6C2-45ED-1409-CB076012A6FC}"/>
              </a:ext>
            </a:extLst>
          </p:cNvPr>
          <p:cNvSpPr txBox="1">
            <a:spLocks/>
          </p:cNvSpPr>
          <p:nvPr/>
        </p:nvSpPr>
        <p:spPr>
          <a:xfrm>
            <a:off x="2247900" y="5308527"/>
            <a:ext cx="7698510" cy="20067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CFEE43E-AAA9-E78C-CCA5-BB1B2F42AD19}"/>
              </a:ext>
            </a:extLst>
          </p:cNvPr>
          <p:cNvSpPr txBox="1">
            <a:spLocks/>
          </p:cNvSpPr>
          <p:nvPr/>
        </p:nvSpPr>
        <p:spPr>
          <a:xfrm>
            <a:off x="646568" y="2691580"/>
            <a:ext cx="55164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b="1" dirty="0"/>
              <a:t>페르소나 판별</a:t>
            </a:r>
            <a:endParaRPr lang="en-US" altLang="ko-KR" b="1" dirty="0"/>
          </a:p>
          <a:p>
            <a:r>
              <a:rPr lang="ko-KR" altLang="en-US" dirty="0"/>
              <a:t>사용자 데이터와 가장 유사한 건강 군집 매칭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8E73566-B778-F86C-A355-4F36759DF8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3832" y="2612857"/>
            <a:ext cx="5596036" cy="4351338"/>
          </a:xfrm>
        </p:spPr>
        <p:txBody>
          <a:bodyPr/>
          <a:lstStyle/>
          <a:p>
            <a:r>
              <a:rPr lang="ko-KR" altLang="en-US" b="1" dirty="0"/>
              <a:t>영양소 도출</a:t>
            </a:r>
            <a:endParaRPr lang="en-US" altLang="ko-KR" b="1" dirty="0"/>
          </a:p>
          <a:p>
            <a:r>
              <a:rPr lang="ko-KR" altLang="en-US" dirty="0"/>
              <a:t>중성지방에 영향을 미치는 </a:t>
            </a:r>
            <a:br>
              <a:rPr lang="en-US" altLang="ko-KR" dirty="0"/>
            </a:br>
            <a:r>
              <a:rPr lang="ko-KR" altLang="en-US" dirty="0"/>
              <a:t>핵심 영양소를 연령대별로 도출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3242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12A3C-24E9-0ED6-A8DA-DF39C3037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 개발목표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맞춤형 식습관 개선 가이드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F34DEF-64F2-F910-DDCA-9562CDC579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139" y="2552301"/>
            <a:ext cx="5931994" cy="3351938"/>
          </a:xfrm>
        </p:spPr>
        <p:txBody>
          <a:bodyPr>
            <a:normAutofit/>
          </a:bodyPr>
          <a:lstStyle/>
          <a:p>
            <a:r>
              <a:rPr lang="ko-KR" altLang="en-US" b="1" dirty="0"/>
              <a:t>수치 변화 예측</a:t>
            </a:r>
            <a:endParaRPr lang="en-US" altLang="ko-KR" b="1" dirty="0"/>
          </a:p>
          <a:p>
            <a:r>
              <a:rPr lang="ko-KR" altLang="en-US" dirty="0"/>
              <a:t>핵심 영양소의 섭취량 변화에 따른 </a:t>
            </a:r>
            <a:br>
              <a:rPr lang="en-US" altLang="ko-KR" dirty="0"/>
            </a:br>
            <a:r>
              <a:rPr lang="ko-KR" altLang="en-US" dirty="0"/>
              <a:t>중성지방 수치 변화를 예측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2A8C7F6-2114-E214-1D3B-2BE71E75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9095" y="2652343"/>
            <a:ext cx="5403273" cy="1866597"/>
          </a:xfrm>
        </p:spPr>
        <p:txBody>
          <a:bodyPr>
            <a:normAutofit/>
          </a:bodyPr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맞춤 가이드</a:t>
            </a:r>
            <a:endParaRPr lang="en-US" altLang="ko-KR" sz="28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분석 결과 기반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개인화된</a:t>
            </a:r>
            <a:br>
              <a:rPr lang="en-US" altLang="ko-KR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식</a:t>
            </a:r>
            <a:r>
              <a:rPr lang="en-US" altLang="ko-KR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·</a:t>
            </a:r>
            <a:r>
              <a:rPr lang="ko-KR" altLang="en-US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생활습관 개선 가이드 제공</a:t>
            </a:r>
          </a:p>
          <a:p>
            <a:endParaRPr lang="en-US" altLang="ko-KR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4A04E4E7-A6C2-45ED-1409-CB076012A6FC}"/>
              </a:ext>
            </a:extLst>
          </p:cNvPr>
          <p:cNvSpPr txBox="1">
            <a:spLocks/>
          </p:cNvSpPr>
          <p:nvPr/>
        </p:nvSpPr>
        <p:spPr>
          <a:xfrm>
            <a:off x="2247900" y="5308527"/>
            <a:ext cx="7698510" cy="20067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299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166</Words>
  <Application>Microsoft Office PowerPoint</Application>
  <PresentationFormat>와이드스크린</PresentationFormat>
  <Paragraphs>34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Noto Sans KR</vt:lpstr>
      <vt:lpstr>맑은 고딕</vt:lpstr>
      <vt:lpstr>Arial</vt:lpstr>
      <vt:lpstr>Office 테마</vt:lpstr>
      <vt:lpstr>생성형 AI기반  영양소 패턴 분석을 통한  연령별 식습관 개선 가이드</vt:lpstr>
      <vt:lpstr>기획의도</vt:lpstr>
      <vt:lpstr>기획의도</vt:lpstr>
      <vt:lpstr>개발목표</vt:lpstr>
      <vt:lpstr>서비스 개발목표 연령대별 맞춤형 식습관 개선 가이드</vt:lpstr>
      <vt:lpstr>서비스 개발목표 연령대별 맞춤형 식습관 개선 가이드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1</cp:revision>
  <dcterms:created xsi:type="dcterms:W3CDTF">2026-03-17T06:15:52Z</dcterms:created>
  <dcterms:modified xsi:type="dcterms:W3CDTF">2026-03-19T02:28:32Z</dcterms:modified>
</cp:coreProperties>
</file>