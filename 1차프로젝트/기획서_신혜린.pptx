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4" r:id="rId6"/>
    <p:sldId id="26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린 신" userId="5adea4bc7da63cbc" providerId="LiveId" clId="{006129DB-ED47-489C-BE29-1CD45A3BB9BA}"/>
    <pc:docChg chg="undo custSel addSld delSld modSld">
      <pc:chgData name="혜린 신" userId="5adea4bc7da63cbc" providerId="LiveId" clId="{006129DB-ED47-489C-BE29-1CD45A3BB9BA}" dt="2026-03-19T02:35:36.590" v="1643" actId="20577"/>
      <pc:docMkLst>
        <pc:docMk/>
      </pc:docMkLst>
      <pc:sldChg chg="modSp mod">
        <pc:chgData name="혜린 신" userId="5adea4bc7da63cbc" providerId="LiveId" clId="{006129DB-ED47-489C-BE29-1CD45A3BB9BA}" dt="2026-03-19T01:44:00.355" v="244" actId="113"/>
        <pc:sldMkLst>
          <pc:docMk/>
          <pc:sldMk cId="1880328308" sldId="256"/>
        </pc:sldMkLst>
        <pc:spChg chg="mod">
          <ac:chgData name="혜린 신" userId="5adea4bc7da63cbc" providerId="LiveId" clId="{006129DB-ED47-489C-BE29-1CD45A3BB9BA}" dt="2026-03-19T01:44:00.355" v="244" actId="113"/>
          <ac:spMkLst>
            <pc:docMk/>
            <pc:sldMk cId="1880328308" sldId="256"/>
            <ac:spMk id="2" creationId="{F4BD9DDA-6410-1F74-6A94-ABFD21A84C60}"/>
          </ac:spMkLst>
        </pc:spChg>
        <pc:spChg chg="mod">
          <ac:chgData name="혜린 신" userId="5adea4bc7da63cbc" providerId="LiveId" clId="{006129DB-ED47-489C-BE29-1CD45A3BB9BA}" dt="2026-03-19T01:39:44.478" v="234" actId="113"/>
          <ac:spMkLst>
            <pc:docMk/>
            <pc:sldMk cId="1880328308" sldId="256"/>
            <ac:spMk id="3" creationId="{82CE0B4F-47D8-BF46-65A7-7841EA7BDD30}"/>
          </ac:spMkLst>
        </pc:spChg>
      </pc:sldChg>
      <pc:sldChg chg="modSp mod">
        <pc:chgData name="혜린 신" userId="5adea4bc7da63cbc" providerId="LiveId" clId="{006129DB-ED47-489C-BE29-1CD45A3BB9BA}" dt="2026-03-19T02:35:36.590" v="1643" actId="20577"/>
        <pc:sldMkLst>
          <pc:docMk/>
          <pc:sldMk cId="2724097635" sldId="257"/>
        </pc:sldMkLst>
        <pc:spChg chg="mod">
          <ac:chgData name="혜린 신" userId="5adea4bc7da63cbc" providerId="LiveId" clId="{006129DB-ED47-489C-BE29-1CD45A3BB9BA}" dt="2026-03-19T01:44:34.021" v="246" actId="113"/>
          <ac:spMkLst>
            <pc:docMk/>
            <pc:sldMk cId="2724097635" sldId="257"/>
            <ac:spMk id="2" creationId="{97C5E664-A6F3-6843-C4F4-A9117F037841}"/>
          </ac:spMkLst>
        </pc:spChg>
        <pc:spChg chg="mod">
          <ac:chgData name="혜린 신" userId="5adea4bc7da63cbc" providerId="LiveId" clId="{006129DB-ED47-489C-BE29-1CD45A3BB9BA}" dt="2026-03-19T02:35:36.590" v="1643" actId="20577"/>
          <ac:spMkLst>
            <pc:docMk/>
            <pc:sldMk cId="2724097635" sldId="257"/>
            <ac:spMk id="3" creationId="{5EA8D967-A763-1F0B-A37F-1E09A1F9F81B}"/>
          </ac:spMkLst>
        </pc:spChg>
      </pc:sldChg>
      <pc:sldChg chg="modSp del mod">
        <pc:chgData name="혜린 신" userId="5adea4bc7da63cbc" providerId="LiveId" clId="{006129DB-ED47-489C-BE29-1CD45A3BB9BA}" dt="2026-03-19T01:53:30.333" v="476" actId="47"/>
        <pc:sldMkLst>
          <pc:docMk/>
          <pc:sldMk cId="1330834609" sldId="259"/>
        </pc:sldMkLst>
        <pc:spChg chg="mod">
          <ac:chgData name="혜린 신" userId="5adea4bc7da63cbc" providerId="LiveId" clId="{006129DB-ED47-489C-BE29-1CD45A3BB9BA}" dt="2026-03-19T01:46:41.450" v="340" actId="113"/>
          <ac:spMkLst>
            <pc:docMk/>
            <pc:sldMk cId="1330834609" sldId="259"/>
            <ac:spMk id="2" creationId="{A7E72BEF-73D1-8EB2-03AA-3115BDD6B139}"/>
          </ac:spMkLst>
        </pc:spChg>
        <pc:spChg chg="mod">
          <ac:chgData name="혜린 신" userId="5adea4bc7da63cbc" providerId="LiveId" clId="{006129DB-ED47-489C-BE29-1CD45A3BB9BA}" dt="2026-03-19T01:33:44.130" v="182"/>
          <ac:spMkLst>
            <pc:docMk/>
            <pc:sldMk cId="1330834609" sldId="259"/>
            <ac:spMk id="3" creationId="{4DF33E91-DE90-8D14-6EC9-DA1097C32CF5}"/>
          </ac:spMkLst>
        </pc:spChg>
      </pc:sldChg>
      <pc:sldChg chg="addSp delSp modSp del mod">
        <pc:chgData name="혜린 신" userId="5adea4bc7da63cbc" providerId="LiveId" clId="{006129DB-ED47-489C-BE29-1CD45A3BB9BA}" dt="2026-03-18T04:31:40.508" v="41" actId="47"/>
        <pc:sldMkLst>
          <pc:docMk/>
          <pc:sldMk cId="3316586898" sldId="260"/>
        </pc:sldMkLst>
        <pc:spChg chg="mod">
          <ac:chgData name="혜린 신" userId="5adea4bc7da63cbc" providerId="LiveId" clId="{006129DB-ED47-489C-BE29-1CD45A3BB9BA}" dt="2026-03-18T04:31:37.544" v="39" actId="20577"/>
          <ac:spMkLst>
            <pc:docMk/>
            <pc:sldMk cId="3316586898" sldId="260"/>
            <ac:spMk id="2" creationId="{746FC5CC-1A61-1AD5-A209-A93CC2261B0A}"/>
          </ac:spMkLst>
        </pc:spChg>
        <pc:spChg chg="del">
          <ac:chgData name="혜린 신" userId="5adea4bc7da63cbc" providerId="LiveId" clId="{006129DB-ED47-489C-BE29-1CD45A3BB9BA}" dt="2026-03-18T04:31:28.330" v="17" actId="478"/>
          <ac:spMkLst>
            <pc:docMk/>
            <pc:sldMk cId="3316586898" sldId="260"/>
            <ac:spMk id="3" creationId="{BB852E26-1989-AF73-5FAB-F9482D29FAD0}"/>
          </ac:spMkLst>
        </pc:spChg>
        <pc:spChg chg="del mod">
          <ac:chgData name="혜린 신" userId="5adea4bc7da63cbc" providerId="LiveId" clId="{006129DB-ED47-489C-BE29-1CD45A3BB9BA}" dt="2026-03-18T04:31:26.284" v="16" actId="478"/>
          <ac:spMkLst>
            <pc:docMk/>
            <pc:sldMk cId="3316586898" sldId="260"/>
            <ac:spMk id="4" creationId="{DE74E8E6-4A4B-06BB-42AA-C060A0E27EF0}"/>
          </ac:spMkLst>
        </pc:spChg>
        <pc:spChg chg="del">
          <ac:chgData name="혜린 신" userId="5adea4bc7da63cbc" providerId="LiveId" clId="{006129DB-ED47-489C-BE29-1CD45A3BB9BA}" dt="2026-03-18T04:31:21.599" v="14" actId="478"/>
          <ac:spMkLst>
            <pc:docMk/>
            <pc:sldMk cId="3316586898" sldId="260"/>
            <ac:spMk id="6" creationId="{08B20821-D3D6-8A38-F5DE-C89D7E8D64CF}"/>
          </ac:spMkLst>
        </pc:spChg>
        <pc:spChg chg="add del mod">
          <ac:chgData name="혜린 신" userId="5adea4bc7da63cbc" providerId="LiveId" clId="{006129DB-ED47-489C-BE29-1CD45A3BB9BA}" dt="2026-03-18T04:31:29.539" v="19" actId="478"/>
          <ac:spMkLst>
            <pc:docMk/>
            <pc:sldMk cId="3316586898" sldId="260"/>
            <ac:spMk id="7" creationId="{EC501AFE-392C-A486-E763-D4B693EDDE85}"/>
          </ac:spMkLst>
        </pc:spChg>
        <pc:spChg chg="add del mod">
          <ac:chgData name="혜린 신" userId="5adea4bc7da63cbc" providerId="LiveId" clId="{006129DB-ED47-489C-BE29-1CD45A3BB9BA}" dt="2026-03-18T04:31:30.487" v="20" actId="478"/>
          <ac:spMkLst>
            <pc:docMk/>
            <pc:sldMk cId="3316586898" sldId="260"/>
            <ac:spMk id="9" creationId="{C8632492-A662-C18A-2724-4F5508491201}"/>
          </ac:spMkLst>
        </pc:spChg>
      </pc:sldChg>
      <pc:sldChg chg="addSp delSp modSp add mod modClrScheme chgLayout">
        <pc:chgData name="혜린 신" userId="5adea4bc7da63cbc" providerId="LiveId" clId="{006129DB-ED47-489C-BE29-1CD45A3BB9BA}" dt="2026-03-19T02:28:06.871" v="1642" actId="20577"/>
        <pc:sldMkLst>
          <pc:docMk/>
          <pc:sldMk cId="1239003251" sldId="261"/>
        </pc:sldMkLst>
        <pc:spChg chg="mod ord">
          <ac:chgData name="혜린 신" userId="5adea4bc7da63cbc" providerId="LiveId" clId="{006129DB-ED47-489C-BE29-1CD45A3BB9BA}" dt="2026-03-19T02:11:02.141" v="1139" actId="113"/>
          <ac:spMkLst>
            <pc:docMk/>
            <pc:sldMk cId="1239003251" sldId="261"/>
            <ac:spMk id="2" creationId="{A7E72BEF-73D1-8EB2-03AA-3115BDD6B139}"/>
          </ac:spMkLst>
        </pc:spChg>
        <pc:spChg chg="mod ord">
          <ac:chgData name="혜린 신" userId="5adea4bc7da63cbc" providerId="LiveId" clId="{006129DB-ED47-489C-BE29-1CD45A3BB9BA}" dt="2026-03-19T02:28:06.871" v="1642" actId="20577"/>
          <ac:spMkLst>
            <pc:docMk/>
            <pc:sldMk cId="1239003251" sldId="261"/>
            <ac:spMk id="3" creationId="{4DF33E91-DE90-8D14-6EC9-DA1097C32CF5}"/>
          </ac:spMkLst>
        </pc:spChg>
        <pc:spChg chg="add mod ord">
          <ac:chgData name="혜린 신" userId="5adea4bc7da63cbc" providerId="LiveId" clId="{006129DB-ED47-489C-BE29-1CD45A3BB9BA}" dt="2026-03-19T02:10:39.885" v="1137" actId="1076"/>
          <ac:spMkLst>
            <pc:docMk/>
            <pc:sldMk cId="1239003251" sldId="261"/>
            <ac:spMk id="4" creationId="{1A508842-32F4-CCED-A39C-C48116CE2C4B}"/>
          </ac:spMkLst>
        </pc:spChg>
        <pc:spChg chg="add del mod">
          <ac:chgData name="혜린 신" userId="5adea4bc7da63cbc" providerId="LiveId" clId="{006129DB-ED47-489C-BE29-1CD45A3BB9BA}" dt="2026-03-19T02:10:08.682" v="1130" actId="478"/>
          <ac:spMkLst>
            <pc:docMk/>
            <pc:sldMk cId="1239003251" sldId="261"/>
            <ac:spMk id="5" creationId="{63FE32F8-0153-1B28-5B42-552B408C0BB3}"/>
          </ac:spMkLst>
        </pc:spChg>
        <pc:spChg chg="add mod">
          <ac:chgData name="혜린 신" userId="5adea4bc7da63cbc" providerId="LiveId" clId="{006129DB-ED47-489C-BE29-1CD45A3BB9BA}" dt="2026-03-19T02:10:36.583" v="1136" actId="255"/>
          <ac:spMkLst>
            <pc:docMk/>
            <pc:sldMk cId="1239003251" sldId="261"/>
            <ac:spMk id="6" creationId="{BC43E2C4-18EF-0F50-03B2-6BE1F36AA8FA}"/>
          </ac:spMkLst>
        </pc:spChg>
      </pc:sldChg>
      <pc:sldChg chg="addSp delSp modSp new mod">
        <pc:chgData name="혜린 신" userId="5adea4bc7da63cbc" providerId="LiveId" clId="{006129DB-ED47-489C-BE29-1CD45A3BB9BA}" dt="2026-03-19T02:08:31.274" v="1120" actId="478"/>
        <pc:sldMkLst>
          <pc:docMk/>
          <pc:sldMk cId="3180855730" sldId="262"/>
        </pc:sldMkLst>
        <pc:spChg chg="mod">
          <ac:chgData name="혜린 신" userId="5adea4bc7da63cbc" providerId="LiveId" clId="{006129DB-ED47-489C-BE29-1CD45A3BB9BA}" dt="2026-03-19T02:02:09.531" v="590" actId="2711"/>
          <ac:spMkLst>
            <pc:docMk/>
            <pc:sldMk cId="3180855730" sldId="262"/>
            <ac:spMk id="2" creationId="{1704333C-3927-F797-5EEF-59E04DBFC292}"/>
          </ac:spMkLst>
        </pc:spChg>
        <pc:spChg chg="mod">
          <ac:chgData name="혜린 신" userId="5adea4bc7da63cbc" providerId="LiveId" clId="{006129DB-ED47-489C-BE29-1CD45A3BB9BA}" dt="2026-03-19T02:03:57.489" v="719" actId="27636"/>
          <ac:spMkLst>
            <pc:docMk/>
            <pc:sldMk cId="3180855730" sldId="262"/>
            <ac:spMk id="3" creationId="{86B1D136-6594-3C31-CC2C-47E7378E927B}"/>
          </ac:spMkLst>
        </pc:spChg>
        <pc:spChg chg="mod">
          <ac:chgData name="혜린 신" userId="5adea4bc7da63cbc" providerId="LiveId" clId="{006129DB-ED47-489C-BE29-1CD45A3BB9BA}" dt="2026-03-19T02:04:47.405" v="778" actId="20577"/>
          <ac:spMkLst>
            <pc:docMk/>
            <pc:sldMk cId="3180855730" sldId="262"/>
            <ac:spMk id="4" creationId="{70A180C4-6709-0194-6E45-04D926791744}"/>
          </ac:spMkLst>
        </pc:spChg>
        <pc:spChg chg="add mod">
          <ac:chgData name="혜린 신" userId="5adea4bc7da63cbc" providerId="LiveId" clId="{006129DB-ED47-489C-BE29-1CD45A3BB9BA}" dt="2026-03-19T02:06:51.924" v="938" actId="20577"/>
          <ac:spMkLst>
            <pc:docMk/>
            <pc:sldMk cId="3180855730" sldId="262"/>
            <ac:spMk id="5" creationId="{86B1D136-6594-3C31-CC2C-47E7378E927B}"/>
          </ac:spMkLst>
        </pc:spChg>
        <pc:spChg chg="add mod">
          <ac:chgData name="혜린 신" userId="5adea4bc7da63cbc" providerId="LiveId" clId="{006129DB-ED47-489C-BE29-1CD45A3BB9BA}" dt="2026-03-19T02:08:24.304" v="1119" actId="255"/>
          <ac:spMkLst>
            <pc:docMk/>
            <pc:sldMk cId="3180855730" sldId="262"/>
            <ac:spMk id="6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8:31.274" v="1120" actId="478"/>
          <ac:spMkLst>
            <pc:docMk/>
            <pc:sldMk cId="3180855730" sldId="262"/>
            <ac:spMk id="7" creationId="{6A7135B2-A26A-F2C6-C298-47A09EDDC4DB}"/>
          </ac:spMkLst>
        </pc:spChg>
      </pc:sldChg>
      <pc:sldChg chg="addSp delSp modSp add del mod">
        <pc:chgData name="혜린 신" userId="5adea4bc7da63cbc" providerId="LiveId" clId="{006129DB-ED47-489C-BE29-1CD45A3BB9BA}" dt="2026-03-19T02:00:38.305" v="542" actId="47"/>
        <pc:sldMkLst>
          <pc:docMk/>
          <pc:sldMk cId="3639733745" sldId="263"/>
        </pc:sldMkLst>
        <pc:spChg chg="del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3" creationId="{86B1D136-6594-3C31-CC2C-47E7378E927B}"/>
          </ac:spMkLst>
        </pc:spChg>
        <pc:spChg chg="del mod">
          <ac:chgData name="혜린 신" userId="5adea4bc7da63cbc" providerId="LiveId" clId="{006129DB-ED47-489C-BE29-1CD45A3BB9BA}" dt="2026-03-19T02:00:02.888" v="534" actId="21"/>
          <ac:spMkLst>
            <pc:docMk/>
            <pc:sldMk cId="3639733745" sldId="263"/>
            <ac:spMk id="4" creationId="{70A180C4-6709-0194-6E45-04D926791744}"/>
          </ac:spMkLst>
        </pc:spChg>
        <pc:spChg chg="add del mod">
          <ac:chgData name="혜린 신" userId="5adea4bc7da63cbc" providerId="LiveId" clId="{006129DB-ED47-489C-BE29-1CD45A3BB9BA}" dt="2026-03-19T02:00:17.613" v="539" actId="21"/>
          <ac:spMkLst>
            <pc:docMk/>
            <pc:sldMk cId="3639733745" sldId="263"/>
            <ac:spMk id="5" creationId="{6A7135B2-A26A-F2C6-C298-47A09EDDC4DB}"/>
          </ac:spMkLst>
        </pc:spChg>
        <pc:spChg chg="add mod">
          <ac:chgData name="혜린 신" userId="5adea4bc7da63cbc" providerId="LiveId" clId="{006129DB-ED47-489C-BE29-1CD45A3BB9BA}" dt="2026-03-19T01:59:55.630" v="531" actId="21"/>
          <ac:spMkLst>
            <pc:docMk/>
            <pc:sldMk cId="3639733745" sldId="263"/>
            <ac:spMk id="7" creationId="{CA9BC4A7-66E5-0B19-33A8-3F5E33123830}"/>
          </ac:spMkLst>
        </pc:spChg>
        <pc:spChg chg="add mod">
          <ac:chgData name="혜린 신" userId="5adea4bc7da63cbc" providerId="LiveId" clId="{006129DB-ED47-489C-BE29-1CD45A3BB9BA}" dt="2026-03-19T02:00:15.354" v="537" actId="14100"/>
          <ac:spMkLst>
            <pc:docMk/>
            <pc:sldMk cId="3639733745" sldId="263"/>
            <ac:spMk id="9" creationId="{D3CB362E-3D0B-5244-4FB6-849FDE8F3633}"/>
          </ac:spMkLst>
        </pc:spChg>
      </pc:sldChg>
      <pc:sldChg chg="addSp delSp modSp new mod">
        <pc:chgData name="혜린 신" userId="5adea4bc7da63cbc" providerId="LiveId" clId="{006129DB-ED47-489C-BE29-1CD45A3BB9BA}" dt="2026-03-19T02:27:43.534" v="1638" actId="14100"/>
        <pc:sldMkLst>
          <pc:docMk/>
          <pc:sldMk cId="2173242103" sldId="264"/>
        </pc:sldMkLst>
        <pc:spChg chg="mod">
          <ac:chgData name="혜린 신" userId="5adea4bc7da63cbc" providerId="LiveId" clId="{006129DB-ED47-489C-BE29-1CD45A3BB9BA}" dt="2026-03-19T02:11:47.591" v="1172" actId="20577"/>
          <ac:spMkLst>
            <pc:docMk/>
            <pc:sldMk cId="2173242103" sldId="264"/>
            <ac:spMk id="2" creationId="{3DE12A3C-24E9-0ED6-A8DA-DF39C30376B2}"/>
          </ac:spMkLst>
        </pc:spChg>
        <pc:spChg chg="del mod">
          <ac:chgData name="혜린 신" userId="5adea4bc7da63cbc" providerId="LiveId" clId="{006129DB-ED47-489C-BE29-1CD45A3BB9BA}" dt="2026-03-19T02:20:37.666" v="1545" actId="478"/>
          <ac:spMkLst>
            <pc:docMk/>
            <pc:sldMk cId="2173242103" sldId="264"/>
            <ac:spMk id="3" creationId="{0DF34DEF-64F2-F910-DDCA-9562CDC57915}"/>
          </ac:spMkLst>
        </pc:spChg>
        <pc:spChg chg="del mod">
          <ac:chgData name="혜린 신" userId="5adea4bc7da63cbc" providerId="LiveId" clId="{006129DB-ED47-489C-BE29-1CD45A3BB9BA}" dt="2026-03-19T02:13:13.750" v="1186" actId="478"/>
          <ac:spMkLst>
            <pc:docMk/>
            <pc:sldMk cId="2173242103" sldId="264"/>
            <ac:spMk id="4" creationId="{D2A8C7F6-2114-E214-1D3B-2BE71E7589FF}"/>
          </ac:spMkLst>
        </pc:spChg>
        <pc:spChg chg="add mod">
          <ac:chgData name="혜린 신" userId="5adea4bc7da63cbc" providerId="LiveId" clId="{006129DB-ED47-489C-BE29-1CD45A3BB9BA}" dt="2026-03-19T01:35:33.303" v="215" actId="6549"/>
          <ac:spMkLst>
            <pc:docMk/>
            <pc:sldMk cId="2173242103" sldId="264"/>
            <ac:spMk id="5" creationId="{4A04E4E7-A6C2-45ED-1409-CB076012A6FC}"/>
          </ac:spMkLst>
        </pc:spChg>
        <pc:spChg chg="add mod">
          <ac:chgData name="혜린 신" userId="5adea4bc7da63cbc" providerId="LiveId" clId="{006129DB-ED47-489C-BE29-1CD45A3BB9BA}" dt="2026-03-19T02:27:35.171" v="1636" actId="1076"/>
          <ac:spMkLst>
            <pc:docMk/>
            <pc:sldMk cId="2173242103" sldId="264"/>
            <ac:spMk id="6" creationId="{7CFEE43E-AAA9-E78C-CCA5-BB1B2F42AD19}"/>
          </ac:spMkLst>
        </pc:spChg>
        <pc:spChg chg="add mod">
          <ac:chgData name="혜린 신" userId="5adea4bc7da63cbc" providerId="LiveId" clId="{006129DB-ED47-489C-BE29-1CD45A3BB9BA}" dt="2026-03-19T02:27:43.534" v="1638" actId="14100"/>
          <ac:spMkLst>
            <pc:docMk/>
            <pc:sldMk cId="2173242103" sldId="264"/>
            <ac:spMk id="8" creationId="{A8E73566-B778-F86C-A355-4F36759DF8CA}"/>
          </ac:spMkLst>
        </pc:spChg>
      </pc:sldChg>
      <pc:sldChg chg="addSp delSp modSp add mod">
        <pc:chgData name="혜린 신" userId="5adea4bc7da63cbc" providerId="LiveId" clId="{006129DB-ED47-489C-BE29-1CD45A3BB9BA}" dt="2026-03-19T02:27:59.878" v="1641" actId="1076"/>
        <pc:sldMkLst>
          <pc:docMk/>
          <pc:sldMk cId="737299096" sldId="265"/>
        </pc:sldMkLst>
        <pc:spChg chg="mod">
          <ac:chgData name="혜린 신" userId="5adea4bc7da63cbc" providerId="LiveId" clId="{006129DB-ED47-489C-BE29-1CD45A3BB9BA}" dt="2026-03-19T02:27:59.878" v="1641" actId="1076"/>
          <ac:spMkLst>
            <pc:docMk/>
            <pc:sldMk cId="737299096" sldId="265"/>
            <ac:spMk id="3" creationId="{0DF34DEF-64F2-F910-DDCA-9562CDC57915}"/>
          </ac:spMkLst>
        </pc:spChg>
        <pc:spChg chg="mod">
          <ac:chgData name="혜린 신" userId="5adea4bc7da63cbc" providerId="LiveId" clId="{006129DB-ED47-489C-BE29-1CD45A3BB9BA}" dt="2026-03-19T02:27:24.933" v="1634" actId="20577"/>
          <ac:spMkLst>
            <pc:docMk/>
            <pc:sldMk cId="737299096" sldId="265"/>
            <ac:spMk id="4" creationId="{D2A8C7F6-2114-E214-1D3B-2BE71E7589FF}"/>
          </ac:spMkLst>
        </pc:spChg>
        <pc:spChg chg="add del mod">
          <ac:chgData name="혜린 신" userId="5adea4bc7da63cbc" providerId="LiveId" clId="{006129DB-ED47-489C-BE29-1CD45A3BB9BA}" dt="2026-03-19T02:19:33.861" v="1508" actId="478"/>
          <ac:spMkLst>
            <pc:docMk/>
            <pc:sldMk cId="737299096" sldId="265"/>
            <ac:spMk id="6" creationId="{002B05AC-2CD8-537C-9C69-0BF7DF3FA5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67586-B62B-4F97-F9D3-663CB92A4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E2DDB6-C587-7E94-5036-39A64AAA0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B4BA8-FA6E-690E-C083-8853DD0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80C6-7BF1-3B22-22D9-DEB5C6F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710B3-FBB5-85C5-76E2-C6A345BF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634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C3B95-92B7-BA44-43EB-C57ED45C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1A2ED-9CFF-6002-751A-E34F1E56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5BD20-EDD7-59D5-C50B-2AAE9E94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4B935-60A8-03C6-C302-ABC8C4EA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D1696-A134-EDBC-52B7-2F8AFC6C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837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AA29E-4AFF-553C-934D-4ADAAA07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29C10C-3681-96A5-D906-4CD0CFF6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1118A-323A-915D-0F87-23FED6ED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2F649-C515-E05B-AF16-65D9D549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0C56B-7419-A09C-2D4D-CE03DC12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85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F71BA-3CAB-62CE-B1A8-0B57F06D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52E23-15E7-FBD7-0826-AC958AB91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6005FE-C902-8E68-FE76-28CAD775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65C47A-E3A0-B753-4D0B-9C4EFD53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A8754-BE79-941C-A2BE-3153B512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0DA21-FF3C-F340-C0E6-5F40422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7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8CFBD-4F3B-14E5-CBBF-5A2356F0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5BA703-92F8-D644-01C2-991574455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E5FDB2-F10E-7452-6048-799E2AD33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D93139-C3F3-57A0-5EC5-0A6B67C51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BC998E-5890-327A-907F-969A37C05D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6EE1A5-3874-F396-0F7B-4C030C9E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7EE2BC-120D-E000-F4C4-89180033D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921C2F-7646-725F-5F21-1A44AFA0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18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707780-4F34-906D-2E05-75EF7519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457ECC-F4BB-5F13-86C0-43A8997B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2592E3-90F5-E824-38B7-D8E0D493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579572-12DC-AD29-81BE-C3DEAF29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0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CC1785-2247-A3AE-B631-2AF84193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165E1B-FC72-A477-46D2-D298DF5F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38255-D771-5480-84CE-8528264A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63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2023-CF4F-097B-4932-1BF771E2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F45860-BE6E-DE8C-1A7C-5A5654440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DF9599-3EAE-778A-AA03-CDF694784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7E3AA2-FC1E-6E60-DC54-95C70D6A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FB5714-C024-EBDC-E82C-9CE2CAB7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BFE02E-2F07-A4F5-B34A-FDF51530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9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7986F-C1FE-9879-A7A5-D6E74A432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CF20C1-91BD-6693-4390-94B7D78F3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3FA89-7B9E-A2B6-59B3-AABBCED25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5F2029-DE32-2573-1381-192C069E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6CD83-BABD-FF5B-ACBE-8A9D27EC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9CD9C7-33B0-E36E-2FBF-473D8977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56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16447-59EB-8BC4-EC22-C269E360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1CB07F-9222-06A7-B63F-9CF53E50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5E716-0A27-C400-31CF-F47323EE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D2B25-E786-DC88-AD5F-ACA78F95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AF6C2-5F61-C825-40B1-03CB6022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655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48E22D-D1D3-A97E-DC6B-2D6FD106B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A3A6FC-9B11-2DAE-00BD-A75037AD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262885-4696-33DD-0489-03675487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AD23BB-0530-1AEA-3A4B-E7D8F9F8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15DFB-F5CA-231E-6171-57FF6BDA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7E5880-AC21-439F-AB11-42B1DB0A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7CE7E3-B3A2-5723-C4DA-98BDC14E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46755-F84B-0EC2-3126-5A0CB1D62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27968-2FEC-4B32-BACB-7408E34A3E11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DC04B1-14D5-2C82-4215-1E586AC32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A5210-11D6-4416-00B8-192C998E9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0C3EA-5BBA-49A5-9973-AB912410C6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35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D9DDA-6410-1F74-6A94-ABFD21A8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73" y="1122363"/>
            <a:ext cx="12071927" cy="2387600"/>
          </a:xfrm>
        </p:spPr>
        <p:txBody>
          <a:bodyPr>
            <a:no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생성형 </a:t>
            </a:r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영양소 패턴 분석을 통한 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n w="0"/>
                <a:latin typeface="Noto Sans KR" panose="020B0200000000000000" pitchFamily="50" charset="-127"/>
                <a:ea typeface="Noto Sans KR" panose="020B0200000000000000" pitchFamily="50" charset="-127"/>
              </a:rPr>
              <a:t>연령별 식습관</a:t>
            </a: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개선 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E0B4F-47D8-BF46-65A7-7841EA7BD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endParaRPr lang="en-US" altLang="ko-KR" dirty="0"/>
          </a:p>
          <a:p>
            <a:pPr algn="r"/>
            <a:endParaRPr lang="en-US" altLang="ko-KR" b="1" dirty="0"/>
          </a:p>
          <a:p>
            <a:r>
              <a:rPr lang="en-US" altLang="ko-KR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2026.03.19. 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신혜린</a:t>
            </a:r>
          </a:p>
        </p:txBody>
      </p:sp>
    </p:spTree>
    <p:extLst>
      <p:ext uri="{BB962C8B-B14F-4D97-AF65-F5344CB8AC3E}">
        <p14:creationId xmlns:p14="http://schemas.microsoft.com/office/powerpoint/2010/main" val="18803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5E664-A6F3-6843-C4F4-A9117F03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8D967-A763-1F0B-A37F-1E09A1F9F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263" y="2141537"/>
            <a:ext cx="5877493" cy="4351338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간편식과 가공식품 섭취 증가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 불균형이 심화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중성지방 및 나쁜 콜레스테롤 증가</a:t>
            </a:r>
            <a:endParaRPr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9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72BEF-73D1-8EB2-03AA-3115BDD6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F33E91-DE90-8D14-6EC9-DA1097C3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697" y="1522092"/>
            <a:ext cx="5181600" cy="2352759"/>
          </a:xfrm>
        </p:spPr>
        <p:txBody>
          <a:bodyPr>
            <a:normAutofit/>
          </a:bodyPr>
          <a:lstStyle/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영양소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생활습관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신체활동을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통합 분석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08842-32F4-CCED-A39C-C48116CE2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5980" y="1825625"/>
            <a:ext cx="5181600" cy="1603375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중성지방에 영향을 미치는 핵심 영양소 도출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3E2C4-18EF-0F50-03B2-6BE1F36AA8FA}"/>
              </a:ext>
            </a:extLst>
          </p:cNvPr>
          <p:cNvSpPr txBox="1"/>
          <p:nvPr/>
        </p:nvSpPr>
        <p:spPr>
          <a:xfrm>
            <a:off x="2446475" y="4121753"/>
            <a:ext cx="75029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</a:t>
            </a: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섭취 변화에 따른 영향을 예측</a:t>
            </a:r>
            <a:endParaRPr lang="en-US" altLang="ko-KR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맞춤형 식습관 개선 가이드를 제공</a:t>
            </a:r>
            <a:endParaRPr lang="en-US" altLang="ko-KR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900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4333C-3927-F797-5EEF-59E04DBF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개발목표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753252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개인 패턴 지표 생성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국건영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식품섭취조사 데이터를 활용하여 개인별 영양소 기반 분석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A180C4-6709-0194-6E45-04D926791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547360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다차원 데이터셋 구축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영양소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생활습관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신체활동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연령을 결합한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6B1D136-6594-3C31-CC2C-47E7378E927B}"/>
              </a:ext>
            </a:extLst>
          </p:cNvPr>
          <p:cNvSpPr txBox="1">
            <a:spLocks/>
          </p:cNvSpPr>
          <p:nvPr/>
        </p:nvSpPr>
        <p:spPr>
          <a:xfrm>
            <a:off x="789755" y="3848205"/>
            <a:ext cx="5181600" cy="2062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건강 페르소나 도출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k-means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군집화로 영양소 및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활동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패턴 </a:t>
            </a:r>
            <a:b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유형화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0A180C4-6709-0194-6E45-04D926791744}"/>
              </a:ext>
            </a:extLst>
          </p:cNvPr>
          <p:cNvSpPr txBox="1">
            <a:spLocks/>
          </p:cNvSpPr>
          <p:nvPr/>
        </p:nvSpPr>
        <p:spPr>
          <a:xfrm>
            <a:off x="6324600" y="3690758"/>
            <a:ext cx="5181600" cy="1767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예측 모델 분석 및 활용</a:t>
            </a:r>
            <a:endParaRPr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중성지방 연관성 분석을 통한 맞춤형 서비스 기준 수립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85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12A3C-24E9-0ED6-A8DA-DF39C303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개발목표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연령대별 맞춤형 식습관 개선 가이드</a:t>
            </a: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A04E4E7-A6C2-45ED-1409-CB076012A6FC}"/>
              </a:ext>
            </a:extLst>
          </p:cNvPr>
          <p:cNvSpPr txBox="1">
            <a:spLocks/>
          </p:cNvSpPr>
          <p:nvPr/>
        </p:nvSpPr>
        <p:spPr>
          <a:xfrm>
            <a:off x="2247900" y="5308527"/>
            <a:ext cx="7698510" cy="2006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CFEE43E-AAA9-E78C-CCA5-BB1B2F42AD19}"/>
              </a:ext>
            </a:extLst>
          </p:cNvPr>
          <p:cNvSpPr txBox="1">
            <a:spLocks/>
          </p:cNvSpPr>
          <p:nvPr/>
        </p:nvSpPr>
        <p:spPr>
          <a:xfrm>
            <a:off x="646568" y="2691580"/>
            <a:ext cx="551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페르소나 판별</a:t>
            </a:r>
            <a:endParaRPr lang="en-US" altLang="ko-KR" b="1" dirty="0"/>
          </a:p>
          <a:p>
            <a:r>
              <a:rPr lang="ko-KR" altLang="en-US" dirty="0"/>
              <a:t>사용자 데이터와 가장 유사한 건강 군집 매칭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8E73566-B778-F86C-A355-4F36759DF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3832" y="2612857"/>
            <a:ext cx="5596036" cy="4351338"/>
          </a:xfrm>
        </p:spPr>
        <p:txBody>
          <a:bodyPr/>
          <a:lstStyle/>
          <a:p>
            <a:r>
              <a:rPr lang="ko-KR" altLang="en-US" b="1" dirty="0"/>
              <a:t>영양소 도출</a:t>
            </a:r>
            <a:endParaRPr lang="en-US" altLang="ko-KR" b="1" dirty="0"/>
          </a:p>
          <a:p>
            <a:r>
              <a:rPr lang="ko-KR" altLang="en-US" dirty="0"/>
              <a:t>중성지방에 영향을 미치는 </a:t>
            </a:r>
            <a:br>
              <a:rPr lang="en-US" altLang="ko-KR" dirty="0"/>
            </a:br>
            <a:r>
              <a:rPr lang="ko-KR" altLang="en-US" dirty="0"/>
              <a:t>핵심 영양소를 연령대별로 도출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242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12A3C-24E9-0ED6-A8DA-DF39C303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서비스 개발목표</a:t>
            </a:r>
            <a:b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연령대별 맞춤형 식습관 개선 가이드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34DEF-64F2-F910-DDCA-9562CDC579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139" y="2552301"/>
            <a:ext cx="5931994" cy="3351938"/>
          </a:xfrm>
        </p:spPr>
        <p:txBody>
          <a:bodyPr>
            <a:normAutofit/>
          </a:bodyPr>
          <a:lstStyle/>
          <a:p>
            <a:r>
              <a:rPr lang="ko-KR" altLang="en-US" b="1" dirty="0"/>
              <a:t>수치 변화 예측</a:t>
            </a:r>
            <a:endParaRPr lang="en-US" altLang="ko-KR" b="1" dirty="0"/>
          </a:p>
          <a:p>
            <a:r>
              <a:rPr lang="ko-KR" altLang="en-US" dirty="0"/>
              <a:t>핵심 영양소의 섭취량 변화에 따른 </a:t>
            </a:r>
            <a:br>
              <a:rPr lang="en-US" altLang="ko-KR" dirty="0"/>
            </a:br>
            <a:r>
              <a:rPr lang="ko-KR" altLang="en-US" dirty="0"/>
              <a:t>중성지방 수치 변화를 예측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A8C7F6-2114-E214-1D3B-2BE71E75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9095" y="2652343"/>
            <a:ext cx="5403273" cy="1866597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맞춤 가이드</a:t>
            </a:r>
            <a:endParaRPr lang="en-US" altLang="ko-KR" sz="2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분석 결과 기반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개인화된</a:t>
            </a:r>
            <a:br>
              <a:rPr lang="en-US" altLang="ko-KR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</a:t>
            </a:r>
            <a:r>
              <a:rPr lang="en-US" altLang="ko-KR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생활습관 개선 가이드 제공</a:t>
            </a:r>
          </a:p>
          <a:p>
            <a:endParaRPr lang="en-US" altLang="ko-KR" dirty="0"/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4A04E4E7-A6C2-45ED-1409-CB076012A6FC}"/>
              </a:ext>
            </a:extLst>
          </p:cNvPr>
          <p:cNvSpPr txBox="1">
            <a:spLocks/>
          </p:cNvSpPr>
          <p:nvPr/>
        </p:nvSpPr>
        <p:spPr>
          <a:xfrm>
            <a:off x="2247900" y="5308527"/>
            <a:ext cx="7698510" cy="2006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29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166</Words>
  <Application>Microsoft Office PowerPoint</Application>
  <PresentationFormat>와이드스크린</PresentationFormat>
  <Paragraphs>34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Noto Sans KR</vt:lpstr>
      <vt:lpstr>맑은 고딕</vt:lpstr>
      <vt:lpstr>Arial</vt:lpstr>
      <vt:lpstr>Office 테마</vt:lpstr>
      <vt:lpstr>생성형 AI기반  영양소 패턴 분석을 통한  연령별 식습관 개선 가이드</vt:lpstr>
      <vt:lpstr>기획의도</vt:lpstr>
      <vt:lpstr>기획의도</vt:lpstr>
      <vt:lpstr>개발목표</vt:lpstr>
      <vt:lpstr>서비스 개발목표 연령대별 맞춤형 식습관 개선 가이드</vt:lpstr>
      <vt:lpstr>서비스 개발목표 연령대별 맞춤형 식습관 개선 가이드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혜린 신</dc:creator>
  <cp:lastModifiedBy>혜린 신</cp:lastModifiedBy>
  <cp:revision>1</cp:revision>
  <dcterms:created xsi:type="dcterms:W3CDTF">2026-03-17T06:15:52Z</dcterms:created>
  <dcterms:modified xsi:type="dcterms:W3CDTF">2026-03-19T02:35:36Z</dcterms:modified>
</cp:coreProperties>
</file>