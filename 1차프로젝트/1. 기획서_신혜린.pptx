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802F"/>
    <a:srgbClr val="FFD400"/>
    <a:srgbClr val="FFFFFF"/>
    <a:srgbClr val="FFFA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84" autoAdjust="0"/>
    <p:restoredTop sz="94660"/>
  </p:normalViewPr>
  <p:slideViewPr>
    <p:cSldViewPr snapToGrid="0">
      <p:cViewPr varScale="1">
        <p:scale>
          <a:sx n="90" d="100"/>
          <a:sy n="90" d="100"/>
        </p:scale>
        <p:origin x="439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혜린 신" userId="5adea4bc7da63cbc" providerId="LiveId" clId="{006129DB-ED47-489C-BE29-1CD45A3BB9BA}"/>
    <pc:docChg chg="undo custSel addSld delSld modSld">
      <pc:chgData name="혜린 신" userId="5adea4bc7da63cbc" providerId="LiveId" clId="{006129DB-ED47-489C-BE29-1CD45A3BB9BA}" dt="2026-03-19T05:32:08.450" v="1842" actId="1076"/>
      <pc:docMkLst>
        <pc:docMk/>
      </pc:docMkLst>
      <pc:sldChg chg="modSp mod">
        <pc:chgData name="혜린 신" userId="5adea4bc7da63cbc" providerId="LiveId" clId="{006129DB-ED47-489C-BE29-1CD45A3BB9BA}" dt="2026-03-19T01:44:00.355" v="244" actId="113"/>
        <pc:sldMkLst>
          <pc:docMk/>
          <pc:sldMk cId="1880328308" sldId="256"/>
        </pc:sldMkLst>
        <pc:spChg chg="mod">
          <ac:chgData name="혜린 신" userId="5adea4bc7da63cbc" providerId="LiveId" clId="{006129DB-ED47-489C-BE29-1CD45A3BB9BA}" dt="2026-03-19T01:44:00.355" v="244" actId="113"/>
          <ac:spMkLst>
            <pc:docMk/>
            <pc:sldMk cId="1880328308" sldId="256"/>
            <ac:spMk id="2" creationId="{F4BD9DDA-6410-1F74-6A94-ABFD21A84C60}"/>
          </ac:spMkLst>
        </pc:spChg>
        <pc:spChg chg="mod">
          <ac:chgData name="혜린 신" userId="5adea4bc7da63cbc" providerId="LiveId" clId="{006129DB-ED47-489C-BE29-1CD45A3BB9BA}" dt="2026-03-19T01:39:44.478" v="234" actId="113"/>
          <ac:spMkLst>
            <pc:docMk/>
            <pc:sldMk cId="1880328308" sldId="256"/>
            <ac:spMk id="3" creationId="{82CE0B4F-47D8-BF46-65A7-7841EA7BDD30}"/>
          </ac:spMkLst>
        </pc:spChg>
      </pc:sldChg>
      <pc:sldChg chg="modSp mod">
        <pc:chgData name="혜린 신" userId="5adea4bc7da63cbc" providerId="LiveId" clId="{006129DB-ED47-489C-BE29-1CD45A3BB9BA}" dt="2026-03-19T02:35:36.590" v="1643" actId="20577"/>
        <pc:sldMkLst>
          <pc:docMk/>
          <pc:sldMk cId="2724097635" sldId="257"/>
        </pc:sldMkLst>
        <pc:spChg chg="mod">
          <ac:chgData name="혜린 신" userId="5adea4bc7da63cbc" providerId="LiveId" clId="{006129DB-ED47-489C-BE29-1CD45A3BB9BA}" dt="2026-03-19T01:44:34.021" v="246" actId="113"/>
          <ac:spMkLst>
            <pc:docMk/>
            <pc:sldMk cId="2724097635" sldId="257"/>
            <ac:spMk id="2" creationId="{97C5E664-A6F3-6843-C4F4-A9117F037841}"/>
          </ac:spMkLst>
        </pc:spChg>
        <pc:spChg chg="mod">
          <ac:chgData name="혜린 신" userId="5adea4bc7da63cbc" providerId="LiveId" clId="{006129DB-ED47-489C-BE29-1CD45A3BB9BA}" dt="2026-03-19T02:35:36.590" v="1643" actId="20577"/>
          <ac:spMkLst>
            <pc:docMk/>
            <pc:sldMk cId="2724097635" sldId="257"/>
            <ac:spMk id="3" creationId="{5EA8D967-A763-1F0B-A37F-1E09A1F9F81B}"/>
          </ac:spMkLst>
        </pc:spChg>
      </pc:sldChg>
      <pc:sldChg chg="modSp del mod">
        <pc:chgData name="혜린 신" userId="5adea4bc7da63cbc" providerId="LiveId" clId="{006129DB-ED47-489C-BE29-1CD45A3BB9BA}" dt="2026-03-19T01:53:30.333" v="476" actId="47"/>
        <pc:sldMkLst>
          <pc:docMk/>
          <pc:sldMk cId="1330834609" sldId="259"/>
        </pc:sldMkLst>
        <pc:spChg chg="mod">
          <ac:chgData name="혜린 신" userId="5adea4bc7da63cbc" providerId="LiveId" clId="{006129DB-ED47-489C-BE29-1CD45A3BB9BA}" dt="2026-03-19T01:46:41.450" v="340" actId="113"/>
          <ac:spMkLst>
            <pc:docMk/>
            <pc:sldMk cId="1330834609" sldId="259"/>
            <ac:spMk id="2" creationId="{A7E72BEF-73D1-8EB2-03AA-3115BDD6B139}"/>
          </ac:spMkLst>
        </pc:spChg>
        <pc:spChg chg="mod">
          <ac:chgData name="혜린 신" userId="5adea4bc7da63cbc" providerId="LiveId" clId="{006129DB-ED47-489C-BE29-1CD45A3BB9BA}" dt="2026-03-19T01:33:44.130" v="182"/>
          <ac:spMkLst>
            <pc:docMk/>
            <pc:sldMk cId="1330834609" sldId="259"/>
            <ac:spMk id="3" creationId="{4DF33E91-DE90-8D14-6EC9-DA1097C32CF5}"/>
          </ac:spMkLst>
        </pc:spChg>
      </pc:sldChg>
      <pc:sldChg chg="addSp delSp modSp del mod">
        <pc:chgData name="혜린 신" userId="5adea4bc7da63cbc" providerId="LiveId" clId="{006129DB-ED47-489C-BE29-1CD45A3BB9BA}" dt="2026-03-18T04:31:40.508" v="41" actId="47"/>
        <pc:sldMkLst>
          <pc:docMk/>
          <pc:sldMk cId="3316586898" sldId="260"/>
        </pc:sldMkLst>
        <pc:spChg chg="mod">
          <ac:chgData name="혜린 신" userId="5adea4bc7da63cbc" providerId="LiveId" clId="{006129DB-ED47-489C-BE29-1CD45A3BB9BA}" dt="2026-03-18T04:31:37.544" v="39" actId="20577"/>
          <ac:spMkLst>
            <pc:docMk/>
            <pc:sldMk cId="3316586898" sldId="260"/>
            <ac:spMk id="2" creationId="{746FC5CC-1A61-1AD5-A209-A93CC2261B0A}"/>
          </ac:spMkLst>
        </pc:spChg>
        <pc:spChg chg="del">
          <ac:chgData name="혜린 신" userId="5adea4bc7da63cbc" providerId="LiveId" clId="{006129DB-ED47-489C-BE29-1CD45A3BB9BA}" dt="2026-03-18T04:31:28.330" v="17" actId="478"/>
          <ac:spMkLst>
            <pc:docMk/>
            <pc:sldMk cId="3316586898" sldId="260"/>
            <ac:spMk id="3" creationId="{BB852E26-1989-AF73-5FAB-F9482D29FAD0}"/>
          </ac:spMkLst>
        </pc:spChg>
        <pc:spChg chg="del mod">
          <ac:chgData name="혜린 신" userId="5adea4bc7da63cbc" providerId="LiveId" clId="{006129DB-ED47-489C-BE29-1CD45A3BB9BA}" dt="2026-03-18T04:31:26.284" v="16" actId="478"/>
          <ac:spMkLst>
            <pc:docMk/>
            <pc:sldMk cId="3316586898" sldId="260"/>
            <ac:spMk id="4" creationId="{DE74E8E6-4A4B-06BB-42AA-C060A0E27EF0}"/>
          </ac:spMkLst>
        </pc:spChg>
        <pc:spChg chg="del">
          <ac:chgData name="혜린 신" userId="5adea4bc7da63cbc" providerId="LiveId" clId="{006129DB-ED47-489C-BE29-1CD45A3BB9BA}" dt="2026-03-18T04:31:21.599" v="14" actId="478"/>
          <ac:spMkLst>
            <pc:docMk/>
            <pc:sldMk cId="3316586898" sldId="260"/>
            <ac:spMk id="6" creationId="{08B20821-D3D6-8A38-F5DE-C89D7E8D64CF}"/>
          </ac:spMkLst>
        </pc:spChg>
        <pc:spChg chg="add del mod">
          <ac:chgData name="혜린 신" userId="5adea4bc7da63cbc" providerId="LiveId" clId="{006129DB-ED47-489C-BE29-1CD45A3BB9BA}" dt="2026-03-18T04:31:29.539" v="19" actId="478"/>
          <ac:spMkLst>
            <pc:docMk/>
            <pc:sldMk cId="3316586898" sldId="260"/>
            <ac:spMk id="7" creationId="{EC501AFE-392C-A486-E763-D4B693EDDE85}"/>
          </ac:spMkLst>
        </pc:spChg>
        <pc:spChg chg="add del mod">
          <ac:chgData name="혜린 신" userId="5adea4bc7da63cbc" providerId="LiveId" clId="{006129DB-ED47-489C-BE29-1CD45A3BB9BA}" dt="2026-03-18T04:31:30.487" v="20" actId="478"/>
          <ac:spMkLst>
            <pc:docMk/>
            <pc:sldMk cId="3316586898" sldId="260"/>
            <ac:spMk id="9" creationId="{C8632492-A662-C18A-2724-4F5508491201}"/>
          </ac:spMkLst>
        </pc:spChg>
      </pc:sldChg>
      <pc:sldChg chg="addSp delSp modSp add mod modClrScheme chgLayout">
        <pc:chgData name="혜린 신" userId="5adea4bc7da63cbc" providerId="LiveId" clId="{006129DB-ED47-489C-BE29-1CD45A3BB9BA}" dt="2026-03-19T05:31:21.697" v="1841" actId="113"/>
        <pc:sldMkLst>
          <pc:docMk/>
          <pc:sldMk cId="1239003251" sldId="261"/>
        </pc:sldMkLst>
        <pc:spChg chg="mod ord">
          <ac:chgData name="혜린 신" userId="5adea4bc7da63cbc" providerId="LiveId" clId="{006129DB-ED47-489C-BE29-1CD45A3BB9BA}" dt="2026-03-19T02:11:02.141" v="1139" actId="113"/>
          <ac:spMkLst>
            <pc:docMk/>
            <pc:sldMk cId="1239003251" sldId="261"/>
            <ac:spMk id="2" creationId="{A7E72BEF-73D1-8EB2-03AA-3115BDD6B139}"/>
          </ac:spMkLst>
        </pc:spChg>
        <pc:spChg chg="del mod ord">
          <ac:chgData name="혜린 신" userId="5adea4bc7da63cbc" providerId="LiveId" clId="{006129DB-ED47-489C-BE29-1CD45A3BB9BA}" dt="2026-03-19T05:30:22.575" v="1743" actId="478"/>
          <ac:spMkLst>
            <pc:docMk/>
            <pc:sldMk cId="1239003251" sldId="261"/>
            <ac:spMk id="3" creationId="{4DF33E91-DE90-8D14-6EC9-DA1097C32CF5}"/>
          </ac:spMkLst>
        </pc:spChg>
        <pc:spChg chg="add del mod ord">
          <ac:chgData name="혜린 신" userId="5adea4bc7da63cbc" providerId="LiveId" clId="{006129DB-ED47-489C-BE29-1CD45A3BB9BA}" dt="2026-03-19T05:30:21.278" v="1742" actId="478"/>
          <ac:spMkLst>
            <pc:docMk/>
            <pc:sldMk cId="1239003251" sldId="261"/>
            <ac:spMk id="4" creationId="{1A508842-32F4-CCED-A39C-C48116CE2C4B}"/>
          </ac:spMkLst>
        </pc:spChg>
        <pc:spChg chg="add del mod">
          <ac:chgData name="혜린 신" userId="5adea4bc7da63cbc" providerId="LiveId" clId="{006129DB-ED47-489C-BE29-1CD45A3BB9BA}" dt="2026-03-19T02:10:08.682" v="1130" actId="478"/>
          <ac:spMkLst>
            <pc:docMk/>
            <pc:sldMk cId="1239003251" sldId="261"/>
            <ac:spMk id="5" creationId="{63FE32F8-0153-1B28-5B42-552B408C0BB3}"/>
          </ac:spMkLst>
        </pc:spChg>
        <pc:spChg chg="add del mod">
          <ac:chgData name="혜린 신" userId="5adea4bc7da63cbc" providerId="LiveId" clId="{006129DB-ED47-489C-BE29-1CD45A3BB9BA}" dt="2026-03-19T05:30:28.805" v="1745" actId="478"/>
          <ac:spMkLst>
            <pc:docMk/>
            <pc:sldMk cId="1239003251" sldId="261"/>
            <ac:spMk id="6" creationId="{BC43E2C4-18EF-0F50-03B2-6BE1F36AA8FA}"/>
          </ac:spMkLst>
        </pc:spChg>
        <pc:spChg chg="add del mod">
          <ac:chgData name="혜린 신" userId="5adea4bc7da63cbc" providerId="LiveId" clId="{006129DB-ED47-489C-BE29-1CD45A3BB9BA}" dt="2026-03-19T05:30:54.202" v="1834" actId="478"/>
          <ac:spMkLst>
            <pc:docMk/>
            <pc:sldMk cId="1239003251" sldId="261"/>
            <ac:spMk id="7" creationId="{2AF6224E-DCC8-97F1-AF43-EE0D310062AC}"/>
          </ac:spMkLst>
        </pc:spChg>
        <pc:spChg chg="add mod">
          <ac:chgData name="혜린 신" userId="5adea4bc7da63cbc" providerId="LiveId" clId="{006129DB-ED47-489C-BE29-1CD45A3BB9BA}" dt="2026-03-19T05:31:21.697" v="1841" actId="113"/>
          <ac:spMkLst>
            <pc:docMk/>
            <pc:sldMk cId="1239003251" sldId="261"/>
            <ac:spMk id="9" creationId="{D5E087DB-D39A-8AF6-66E4-BFB4705E8D5E}"/>
          </ac:spMkLst>
        </pc:spChg>
      </pc:sldChg>
      <pc:sldChg chg="addSp delSp modSp new mod">
        <pc:chgData name="혜린 신" userId="5adea4bc7da63cbc" providerId="LiveId" clId="{006129DB-ED47-489C-BE29-1CD45A3BB9BA}" dt="2026-03-19T02:08:31.274" v="1120" actId="478"/>
        <pc:sldMkLst>
          <pc:docMk/>
          <pc:sldMk cId="3180855730" sldId="262"/>
        </pc:sldMkLst>
        <pc:spChg chg="mod">
          <ac:chgData name="혜린 신" userId="5adea4bc7da63cbc" providerId="LiveId" clId="{006129DB-ED47-489C-BE29-1CD45A3BB9BA}" dt="2026-03-19T02:02:09.531" v="590" actId="2711"/>
          <ac:spMkLst>
            <pc:docMk/>
            <pc:sldMk cId="3180855730" sldId="262"/>
            <ac:spMk id="2" creationId="{1704333C-3927-F797-5EEF-59E04DBFC292}"/>
          </ac:spMkLst>
        </pc:spChg>
        <pc:spChg chg="mod">
          <ac:chgData name="혜린 신" userId="5adea4bc7da63cbc" providerId="LiveId" clId="{006129DB-ED47-489C-BE29-1CD45A3BB9BA}" dt="2026-03-19T02:03:57.489" v="719" actId="27636"/>
          <ac:spMkLst>
            <pc:docMk/>
            <pc:sldMk cId="3180855730" sldId="262"/>
            <ac:spMk id="3" creationId="{86B1D136-6594-3C31-CC2C-47E7378E927B}"/>
          </ac:spMkLst>
        </pc:spChg>
        <pc:spChg chg="mod">
          <ac:chgData name="혜린 신" userId="5adea4bc7da63cbc" providerId="LiveId" clId="{006129DB-ED47-489C-BE29-1CD45A3BB9BA}" dt="2026-03-19T02:04:47.405" v="778" actId="20577"/>
          <ac:spMkLst>
            <pc:docMk/>
            <pc:sldMk cId="3180855730" sldId="262"/>
            <ac:spMk id="4" creationId="{70A180C4-6709-0194-6E45-04D926791744}"/>
          </ac:spMkLst>
        </pc:spChg>
        <pc:spChg chg="add mod">
          <ac:chgData name="혜린 신" userId="5adea4bc7da63cbc" providerId="LiveId" clId="{006129DB-ED47-489C-BE29-1CD45A3BB9BA}" dt="2026-03-19T02:06:51.924" v="938" actId="20577"/>
          <ac:spMkLst>
            <pc:docMk/>
            <pc:sldMk cId="3180855730" sldId="262"/>
            <ac:spMk id="5" creationId="{86B1D136-6594-3C31-CC2C-47E7378E927B}"/>
          </ac:spMkLst>
        </pc:spChg>
        <pc:spChg chg="add mod">
          <ac:chgData name="혜린 신" userId="5adea4bc7da63cbc" providerId="LiveId" clId="{006129DB-ED47-489C-BE29-1CD45A3BB9BA}" dt="2026-03-19T02:08:24.304" v="1119" actId="255"/>
          <ac:spMkLst>
            <pc:docMk/>
            <pc:sldMk cId="3180855730" sldId="262"/>
            <ac:spMk id="6" creationId="{70A180C4-6709-0194-6E45-04D926791744}"/>
          </ac:spMkLst>
        </pc:spChg>
        <pc:spChg chg="add del mod">
          <ac:chgData name="혜린 신" userId="5adea4bc7da63cbc" providerId="LiveId" clId="{006129DB-ED47-489C-BE29-1CD45A3BB9BA}" dt="2026-03-19T02:08:31.274" v="1120" actId="478"/>
          <ac:spMkLst>
            <pc:docMk/>
            <pc:sldMk cId="3180855730" sldId="262"/>
            <ac:spMk id="7" creationId="{6A7135B2-A26A-F2C6-C298-47A09EDDC4DB}"/>
          </ac:spMkLst>
        </pc:spChg>
      </pc:sldChg>
      <pc:sldChg chg="addSp delSp modSp add del mod">
        <pc:chgData name="혜린 신" userId="5adea4bc7da63cbc" providerId="LiveId" clId="{006129DB-ED47-489C-BE29-1CD45A3BB9BA}" dt="2026-03-19T02:00:38.305" v="542" actId="47"/>
        <pc:sldMkLst>
          <pc:docMk/>
          <pc:sldMk cId="3639733745" sldId="263"/>
        </pc:sldMkLst>
        <pc:spChg chg="del mod">
          <ac:chgData name="혜린 신" userId="5adea4bc7da63cbc" providerId="LiveId" clId="{006129DB-ED47-489C-BE29-1CD45A3BB9BA}" dt="2026-03-19T01:59:55.630" v="531" actId="21"/>
          <ac:spMkLst>
            <pc:docMk/>
            <pc:sldMk cId="3639733745" sldId="263"/>
            <ac:spMk id="3" creationId="{86B1D136-6594-3C31-CC2C-47E7378E927B}"/>
          </ac:spMkLst>
        </pc:spChg>
        <pc:spChg chg="del mod">
          <ac:chgData name="혜린 신" userId="5adea4bc7da63cbc" providerId="LiveId" clId="{006129DB-ED47-489C-BE29-1CD45A3BB9BA}" dt="2026-03-19T02:00:02.888" v="534" actId="21"/>
          <ac:spMkLst>
            <pc:docMk/>
            <pc:sldMk cId="3639733745" sldId="263"/>
            <ac:spMk id="4" creationId="{70A180C4-6709-0194-6E45-04D926791744}"/>
          </ac:spMkLst>
        </pc:spChg>
        <pc:spChg chg="add del mod">
          <ac:chgData name="혜린 신" userId="5adea4bc7da63cbc" providerId="LiveId" clId="{006129DB-ED47-489C-BE29-1CD45A3BB9BA}" dt="2026-03-19T02:00:17.613" v="539" actId="21"/>
          <ac:spMkLst>
            <pc:docMk/>
            <pc:sldMk cId="3639733745" sldId="263"/>
            <ac:spMk id="5" creationId="{6A7135B2-A26A-F2C6-C298-47A09EDDC4DB}"/>
          </ac:spMkLst>
        </pc:spChg>
        <pc:spChg chg="add mod">
          <ac:chgData name="혜린 신" userId="5adea4bc7da63cbc" providerId="LiveId" clId="{006129DB-ED47-489C-BE29-1CD45A3BB9BA}" dt="2026-03-19T01:59:55.630" v="531" actId="21"/>
          <ac:spMkLst>
            <pc:docMk/>
            <pc:sldMk cId="3639733745" sldId="263"/>
            <ac:spMk id="7" creationId="{CA9BC4A7-66E5-0B19-33A8-3F5E33123830}"/>
          </ac:spMkLst>
        </pc:spChg>
        <pc:spChg chg="add mod">
          <ac:chgData name="혜린 신" userId="5adea4bc7da63cbc" providerId="LiveId" clId="{006129DB-ED47-489C-BE29-1CD45A3BB9BA}" dt="2026-03-19T02:00:15.354" v="537" actId="14100"/>
          <ac:spMkLst>
            <pc:docMk/>
            <pc:sldMk cId="3639733745" sldId="263"/>
            <ac:spMk id="9" creationId="{D3CB362E-3D0B-5244-4FB6-849FDE8F3633}"/>
          </ac:spMkLst>
        </pc:spChg>
      </pc:sldChg>
      <pc:sldChg chg="addSp delSp modSp new mod">
        <pc:chgData name="혜린 신" userId="5adea4bc7da63cbc" providerId="LiveId" clId="{006129DB-ED47-489C-BE29-1CD45A3BB9BA}" dt="2026-03-19T05:09:56.300" v="1728" actId="20577"/>
        <pc:sldMkLst>
          <pc:docMk/>
          <pc:sldMk cId="2173242103" sldId="264"/>
        </pc:sldMkLst>
        <pc:spChg chg="mod">
          <ac:chgData name="혜린 신" userId="5adea4bc7da63cbc" providerId="LiveId" clId="{006129DB-ED47-489C-BE29-1CD45A3BB9BA}" dt="2026-03-19T05:09:56.300" v="1728" actId="20577"/>
          <ac:spMkLst>
            <pc:docMk/>
            <pc:sldMk cId="2173242103" sldId="264"/>
            <ac:spMk id="2" creationId="{3DE12A3C-24E9-0ED6-A8DA-DF39C30376B2}"/>
          </ac:spMkLst>
        </pc:spChg>
        <pc:spChg chg="del mod">
          <ac:chgData name="혜린 신" userId="5adea4bc7da63cbc" providerId="LiveId" clId="{006129DB-ED47-489C-BE29-1CD45A3BB9BA}" dt="2026-03-19T02:20:37.666" v="1545" actId="478"/>
          <ac:spMkLst>
            <pc:docMk/>
            <pc:sldMk cId="2173242103" sldId="264"/>
            <ac:spMk id="3" creationId="{0DF34DEF-64F2-F910-DDCA-9562CDC57915}"/>
          </ac:spMkLst>
        </pc:spChg>
        <pc:spChg chg="del mod">
          <ac:chgData name="혜린 신" userId="5adea4bc7da63cbc" providerId="LiveId" clId="{006129DB-ED47-489C-BE29-1CD45A3BB9BA}" dt="2026-03-19T02:13:13.750" v="1186" actId="478"/>
          <ac:spMkLst>
            <pc:docMk/>
            <pc:sldMk cId="2173242103" sldId="264"/>
            <ac:spMk id="4" creationId="{D2A8C7F6-2114-E214-1D3B-2BE71E7589FF}"/>
          </ac:spMkLst>
        </pc:spChg>
        <pc:spChg chg="add mod">
          <ac:chgData name="혜린 신" userId="5adea4bc7da63cbc" providerId="LiveId" clId="{006129DB-ED47-489C-BE29-1CD45A3BB9BA}" dt="2026-03-19T01:35:33.303" v="215" actId="6549"/>
          <ac:spMkLst>
            <pc:docMk/>
            <pc:sldMk cId="2173242103" sldId="264"/>
            <ac:spMk id="5" creationId="{4A04E4E7-A6C2-45ED-1409-CB076012A6FC}"/>
          </ac:spMkLst>
        </pc:spChg>
        <pc:spChg chg="add mod">
          <ac:chgData name="혜린 신" userId="5adea4bc7da63cbc" providerId="LiveId" clId="{006129DB-ED47-489C-BE29-1CD45A3BB9BA}" dt="2026-03-19T02:27:35.171" v="1636" actId="1076"/>
          <ac:spMkLst>
            <pc:docMk/>
            <pc:sldMk cId="2173242103" sldId="264"/>
            <ac:spMk id="6" creationId="{7CFEE43E-AAA9-E78C-CCA5-BB1B2F42AD19}"/>
          </ac:spMkLst>
        </pc:spChg>
        <pc:spChg chg="add mod">
          <ac:chgData name="혜린 신" userId="5adea4bc7da63cbc" providerId="LiveId" clId="{006129DB-ED47-489C-BE29-1CD45A3BB9BA}" dt="2026-03-19T02:27:43.534" v="1638" actId="14100"/>
          <ac:spMkLst>
            <pc:docMk/>
            <pc:sldMk cId="2173242103" sldId="264"/>
            <ac:spMk id="8" creationId="{A8E73566-B778-F86C-A355-4F36759DF8CA}"/>
          </ac:spMkLst>
        </pc:spChg>
      </pc:sldChg>
      <pc:sldChg chg="addSp delSp modSp add mod">
        <pc:chgData name="혜린 신" userId="5adea4bc7da63cbc" providerId="LiveId" clId="{006129DB-ED47-489C-BE29-1CD45A3BB9BA}" dt="2026-03-19T05:32:08.450" v="1842" actId="1076"/>
        <pc:sldMkLst>
          <pc:docMk/>
          <pc:sldMk cId="737299096" sldId="265"/>
        </pc:sldMkLst>
        <pc:spChg chg="mod">
          <ac:chgData name="혜린 신" userId="5adea4bc7da63cbc" providerId="LiveId" clId="{006129DB-ED47-489C-BE29-1CD45A3BB9BA}" dt="2026-03-19T05:10:01.284" v="1738" actId="20577"/>
          <ac:spMkLst>
            <pc:docMk/>
            <pc:sldMk cId="737299096" sldId="265"/>
            <ac:spMk id="2" creationId="{3DE12A3C-24E9-0ED6-A8DA-DF39C30376B2}"/>
          </ac:spMkLst>
        </pc:spChg>
        <pc:spChg chg="mod">
          <ac:chgData name="혜린 신" userId="5adea4bc7da63cbc" providerId="LiveId" clId="{006129DB-ED47-489C-BE29-1CD45A3BB9BA}" dt="2026-03-19T05:32:08.450" v="1842" actId="1076"/>
          <ac:spMkLst>
            <pc:docMk/>
            <pc:sldMk cId="737299096" sldId="265"/>
            <ac:spMk id="3" creationId="{0DF34DEF-64F2-F910-DDCA-9562CDC57915}"/>
          </ac:spMkLst>
        </pc:spChg>
        <pc:spChg chg="mod">
          <ac:chgData name="혜린 신" userId="5adea4bc7da63cbc" providerId="LiveId" clId="{006129DB-ED47-489C-BE29-1CD45A3BB9BA}" dt="2026-03-19T02:27:24.933" v="1634" actId="20577"/>
          <ac:spMkLst>
            <pc:docMk/>
            <pc:sldMk cId="737299096" sldId="265"/>
            <ac:spMk id="4" creationId="{D2A8C7F6-2114-E214-1D3B-2BE71E7589FF}"/>
          </ac:spMkLst>
        </pc:spChg>
        <pc:spChg chg="add del mod">
          <ac:chgData name="혜린 신" userId="5adea4bc7da63cbc" providerId="LiveId" clId="{006129DB-ED47-489C-BE29-1CD45A3BB9BA}" dt="2026-03-19T02:19:33.861" v="1508" actId="478"/>
          <ac:spMkLst>
            <pc:docMk/>
            <pc:sldMk cId="737299096" sldId="265"/>
            <ac:spMk id="6" creationId="{002B05AC-2CD8-537C-9C69-0BF7DF3FA5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71D51-8A19-4BEA-9750-E87DB394B54C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FAA0A-814C-4D3B-A4DE-794F9EB0F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44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67586-B62B-4F97-F9D3-663CB92A4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E2DDB6-C587-7E94-5036-39A64AAA0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BB4BA8-FA6E-690E-C083-8853DD031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CD80C6-7BF1-3B22-22D9-DEB5C6F41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8710B3-FBB5-85C5-76E2-C6A345BF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346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C3B95-92B7-BA44-43EB-C57ED45C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01A2ED-9CFF-6002-751A-E34F1E560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A5BD20-EDD7-59D5-C50B-2AAE9E945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74B935-60A8-03C6-C302-ABC8C4EA0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5D1696-A134-EDBC-52B7-2F8AFC6C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837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1AA29E-4AFF-553C-934D-4ADAAA07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29C10C-3681-96A5-D906-4CD0CFF69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21118A-323A-915D-0F87-23FED6ED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22F649-C515-E05B-AF16-65D9D5496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30C56B-7419-A09C-2D4D-CE03DC129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852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F71BA-3CAB-62CE-B1A8-0B57F06D3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452E23-15E7-FBD7-0826-AC958AB91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6005FE-C902-8E68-FE76-28CAD775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65C47A-E3A0-B753-4D0B-9C4EFD53A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9A8754-BE79-941C-A2BE-3153B512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A0DA21-FF3C-F340-C0E6-5F404225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72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8CFBD-4F3B-14E5-CBBF-5A2356F0E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5BA703-92F8-D644-01C2-991574455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E5FDB2-F10E-7452-6048-799E2AD33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4D93139-C3F3-57A0-5EC5-0A6B67C51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BC998E-5890-327A-907F-969A37C05D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6EE1A5-3874-F396-0F7B-4C030C9E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7EE2BC-120D-E000-F4C4-89180033D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921C2F-7646-725F-5F21-1A44AFA0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18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07780-4F34-906D-2E05-75EF75192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457ECC-F4BB-5F13-86C0-43A8997B1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2592E3-90F5-E824-38B7-D8E0D4937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579572-12DC-AD29-81BE-C3DEAF29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109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CC1785-2247-A3AE-B631-2AF84193A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165E1B-FC72-A477-46D2-D298DF5F6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E38255-D771-5480-84CE-8528264A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63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C2023-CF4F-097B-4932-1BF771E20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F45860-BE6E-DE8C-1A7C-5A5654440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DF9599-3EAE-778A-AA03-CDF694784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7E3AA2-FC1E-6E60-DC54-95C70D6A9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FB5714-C024-EBDC-E82C-9CE2CAB7E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BFE02E-2F07-A4F5-B34A-FDF515304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09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7986F-C1FE-9879-A7A5-D6E74A432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BCF20C1-91BD-6693-4390-94B7D78F3F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C3FA89-7B9E-A2B6-59B3-AABBCED25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5F2029-DE32-2573-1381-192C069E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86CD83-BABD-FF5B-ACBE-8A9D27EC1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9CD9C7-33B0-E36E-2FBF-473D8977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569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16447-59EB-8BC4-EC22-C269E360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1CB07F-9222-06A7-B63F-9CF53E504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5E716-0A27-C400-31CF-F47323EE5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6D2B25-E786-DC88-AD5F-ACA78F95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9AF6C2-5F61-C825-40B1-03CB6022A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655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E48E22D-D1D3-A97E-DC6B-2D6FD106B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A3A6FC-9B11-2DAE-00BD-A75037AD6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262885-4696-33DD-0489-03675487D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AD23BB-0530-1AEA-3A4B-E7D8F9F8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115DFB-F5CA-231E-6171-57FF6BDA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77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7E5880-AC21-439F-AB11-42B1DB0A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7CE7E3-B3A2-5723-C4DA-98BDC14E3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A46755-F84B-0EC2-3126-5A0CB1D62D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27968-2FEC-4B32-BACB-7408E34A3E11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DC04B1-14D5-2C82-4215-1E586AC32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AA5210-11D6-4416-00B8-192C998E9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354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D9DDA-6410-1F74-6A94-ABFD21A84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035" y="1515979"/>
            <a:ext cx="12071927" cy="2387600"/>
          </a:xfrm>
        </p:spPr>
        <p:txBody>
          <a:bodyPr>
            <a:no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생성형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기반 </a:t>
            </a:r>
            <a:b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영양소 패턴 분석을 통한 </a:t>
            </a:r>
            <a:b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b="1" dirty="0">
                <a:ln w="0"/>
                <a:solidFill>
                  <a:srgbClr val="FFC000"/>
                </a:solidFill>
                <a:effectLst>
                  <a:outerShdw blurRad="50800" dist="38100" dir="2700000" algn="tl" rotWithShape="0">
                    <a:schemeClr val="tx1">
                      <a:lumMod val="75000"/>
                      <a:lumOff val="25000"/>
                      <a:alpha val="40000"/>
                    </a:scheme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식습관 유형 분석</a:t>
            </a:r>
            <a:r>
              <a:rPr lang="ko-KR" altLang="en-US" b="1" dirty="0">
                <a:solidFill>
                  <a:srgbClr val="FFC000"/>
                </a:solidFill>
                <a:effectLst>
                  <a:outerShdw blurRad="50800" dist="38100" dir="2700000" algn="tl" rotWithShape="0">
                    <a:schemeClr val="tx1">
                      <a:lumMod val="75000"/>
                      <a:lumOff val="25000"/>
                      <a:alpha val="40000"/>
                    </a:schemeClr>
                  </a:outerShdw>
                </a:effectLst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서비스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CE0B4F-47D8-BF46-65A7-7841EA7BDD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7" y="4056210"/>
            <a:ext cx="9144000" cy="1655762"/>
          </a:xfrm>
        </p:spPr>
        <p:txBody>
          <a:bodyPr>
            <a:normAutofit/>
          </a:bodyPr>
          <a:lstStyle/>
          <a:p>
            <a:pPr algn="l"/>
            <a:endParaRPr lang="en-US" altLang="ko-KR" dirty="0"/>
          </a:p>
          <a:p>
            <a:pPr algn="r"/>
            <a:endParaRPr lang="en-US" altLang="ko-KR" b="1" dirty="0"/>
          </a:p>
          <a:p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2026.03.22.  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신혜린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D2B4BA-86B7-33EB-3FE6-DF838C287F96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428B6EB7-9629-2D9E-89A5-A8AEB5E1406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L 도형 10">
            <a:extLst>
              <a:ext uri="{FF2B5EF4-FFF2-40B4-BE49-F238E27FC236}">
                <a16:creationId xmlns:a16="http://schemas.microsoft.com/office/drawing/2014/main" id="{D0A615ED-02C6-450A-6C8D-9B1095A4926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L 도형 11">
            <a:extLst>
              <a:ext uri="{FF2B5EF4-FFF2-40B4-BE49-F238E27FC236}">
                <a16:creationId xmlns:a16="http://schemas.microsoft.com/office/drawing/2014/main" id="{81DA8C8C-8394-7EA1-2446-6E54B0C7CBE2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298E60-FF59-F86F-F449-137837A280A8}"/>
              </a:ext>
            </a:extLst>
          </p:cNvPr>
          <p:cNvSpPr/>
          <p:nvPr/>
        </p:nvSpPr>
        <p:spPr>
          <a:xfrm>
            <a:off x="5195997" y="4385636"/>
            <a:ext cx="1800000" cy="581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328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BFBBEDE-0A8D-4E83-B725-2F613A5E7037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잘린 한쪽 모서리 13">
            <a:extLst>
              <a:ext uri="{FF2B5EF4-FFF2-40B4-BE49-F238E27FC236}">
                <a16:creationId xmlns:a16="http://schemas.microsoft.com/office/drawing/2014/main" id="{746B476A-0F05-DA17-4793-617FB17DA9D8}"/>
              </a:ext>
            </a:extLst>
          </p:cNvPr>
          <p:cNvSpPr/>
          <p:nvPr/>
        </p:nvSpPr>
        <p:spPr>
          <a:xfrm>
            <a:off x="-766" y="317921"/>
            <a:ext cx="2515105" cy="77512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26B2B9A-D4B0-4AF7-EBBF-6A898D6C3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216" y="644152"/>
            <a:ext cx="7473909" cy="848319"/>
          </a:xfrm>
          <a:prstGeom prst="rect">
            <a:avLst/>
          </a:prstGeom>
        </p:spPr>
      </p:pic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2CA1E2D-5EF4-3B03-66C7-E97139F55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89" y="1986717"/>
            <a:ext cx="9792625" cy="416580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ko-KR" altLang="en-US" dirty="0"/>
              <a:t>온라인에서 </a:t>
            </a:r>
            <a:r>
              <a:rPr lang="ko-KR" altLang="en-US" sz="3300" b="1" dirty="0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가공식품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산</a:t>
            </a:r>
            <a:r>
              <a:rPr lang="ko-KR" altLang="en-US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가구 비율 </a:t>
            </a:r>
            <a:r>
              <a:rPr lang="en-US" altLang="ko-KR" b="1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72.3%</a:t>
            </a:r>
            <a:r>
              <a:rPr lang="en-US" altLang="ko-KR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  <a:p>
            <a:pPr marL="0" indent="0" algn="ctr">
              <a:buNone/>
            </a:pPr>
            <a:r>
              <a:rPr lang="ko-KR" altLang="en-US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그 중 </a:t>
            </a:r>
            <a:r>
              <a:rPr lang="en-US" altLang="ko-KR" b="1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20</a:t>
            </a:r>
            <a:r>
              <a:rPr lang="ko-KR" altLang="en-US" b="1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대 </a:t>
            </a:r>
            <a:r>
              <a:rPr lang="en-US" altLang="ko-KR" b="1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90.3%, </a:t>
            </a:r>
            <a:r>
              <a:rPr lang="en-US" altLang="ko-KR" sz="3800" b="1" i="0" dirty="0">
                <a:solidFill>
                  <a:srgbClr val="FFC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30</a:t>
            </a:r>
            <a:r>
              <a:rPr lang="ko-KR" altLang="en-US" sz="3800" b="1" i="0" dirty="0">
                <a:solidFill>
                  <a:srgbClr val="FFC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대 </a:t>
            </a:r>
            <a:r>
              <a:rPr lang="en-US" altLang="ko-KR" sz="3800" b="1" i="0" dirty="0">
                <a:solidFill>
                  <a:srgbClr val="FFC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96.2%</a:t>
            </a:r>
            <a:br>
              <a:rPr lang="ko-KR" altLang="en-US" sz="3300" b="1" dirty="0">
                <a:solidFill>
                  <a:srgbClr val="FFC000"/>
                </a:solidFill>
              </a:rPr>
            </a:br>
            <a:br>
              <a:rPr lang="ko-KR" altLang="en-US" dirty="0"/>
            </a:br>
            <a:endParaRPr lang="en-US" altLang="ko-KR" dirty="0"/>
          </a:p>
          <a:p>
            <a:pPr marL="0" indent="0" algn="ctr">
              <a:buNone/>
            </a:pPr>
            <a:r>
              <a:rPr lang="ko-KR" altLang="en-US" sz="3800" b="1" i="0" dirty="0">
                <a:solidFill>
                  <a:srgbClr val="FFC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주 </a:t>
            </a:r>
            <a:r>
              <a:rPr lang="en-US" altLang="ko-KR" sz="3800" b="1" i="0" dirty="0">
                <a:solidFill>
                  <a:srgbClr val="FFC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3800" b="1" i="0" dirty="0">
                <a:solidFill>
                  <a:srgbClr val="FFC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 이상</a:t>
            </a:r>
            <a:r>
              <a:rPr lang="ko-KR" altLang="en-US" sz="3800" b="0" i="0" dirty="0">
                <a:solidFill>
                  <a:srgbClr val="FFC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온라인으로 </a:t>
            </a:r>
            <a:r>
              <a:rPr lang="ko-KR" altLang="en-US" sz="3300" b="1" i="0" dirty="0">
                <a:solidFill>
                  <a:srgbClr val="FFC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가공식품</a:t>
            </a:r>
            <a:r>
              <a:rPr lang="ko-KR" altLang="en-US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을 구매</a:t>
            </a:r>
            <a:r>
              <a:rPr lang="ko-KR" altLang="en-US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하는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가구</a:t>
            </a:r>
            <a:endParaRPr lang="en-US" altLang="ko-KR" b="0" i="0" dirty="0">
              <a:solidFill>
                <a:srgbClr val="3333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2019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년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16.4%</a:t>
            </a:r>
            <a:r>
              <a:rPr lang="ko-KR" altLang="en-US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→ </a:t>
            </a:r>
            <a:r>
              <a:rPr lang="en-US" altLang="ko-KR" b="1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2024</a:t>
            </a:r>
            <a:r>
              <a:rPr lang="ko-KR" altLang="en-US" b="1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</a:t>
            </a:r>
            <a:r>
              <a:rPr lang="ko-KR" altLang="en-US" b="1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1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37.8%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로 </a:t>
            </a:r>
            <a:r>
              <a:rPr lang="ko-KR" altLang="en-US" sz="3800" b="1" i="0" dirty="0">
                <a:solidFill>
                  <a:srgbClr val="FFC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두 배</a:t>
            </a:r>
            <a:r>
              <a:rPr lang="ko-KR" altLang="en-US" b="1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이상 증가</a:t>
            </a:r>
            <a:endParaRPr lang="en-US" altLang="ko-KR" b="1" dirty="0">
              <a:solidFill>
                <a:srgbClr val="33333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endParaRPr lang="en-US" altLang="ko-KR" sz="5800" b="1" dirty="0">
              <a:solidFill>
                <a:srgbClr val="33333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ko-KR" altLang="en-US" sz="3900" b="1" i="0" dirty="0">
                <a:solidFill>
                  <a:srgbClr val="222222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간편함</a:t>
            </a:r>
            <a:r>
              <a:rPr lang="ko-KR" altLang="en-US" sz="3900" i="0" dirty="0">
                <a:solidFill>
                  <a:srgbClr val="222222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을 이유로 </a:t>
            </a:r>
            <a:r>
              <a:rPr lang="ko-KR" altLang="en-US" sz="4300" b="1" i="0" dirty="0">
                <a:solidFill>
                  <a:srgbClr val="FFC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가공식품</a:t>
            </a:r>
            <a:r>
              <a:rPr lang="ko-KR" altLang="en-US" sz="3900" i="0" dirty="0">
                <a:solidFill>
                  <a:srgbClr val="222222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을 선택하는 경향</a:t>
            </a:r>
          </a:p>
          <a:p>
            <a:pPr marL="0" indent="0" algn="ctr">
              <a:buNone/>
            </a:pPr>
            <a:endParaRPr lang="en-US" altLang="ko-KR" b="1" dirty="0">
              <a:solidFill>
                <a:srgbClr val="33333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endParaRPr lang="en-US" altLang="ko-KR" b="1" dirty="0">
              <a:solidFill>
                <a:srgbClr val="33333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endParaRPr lang="ko-KR" altLang="en-US" dirty="0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85864146-E02C-AFCE-08A1-BB366C87AAD1}"/>
              </a:ext>
            </a:extLst>
          </p:cNvPr>
          <p:cNvSpPr/>
          <p:nvPr/>
        </p:nvSpPr>
        <p:spPr>
          <a:xfrm rot="5400000">
            <a:off x="5699657" y="4688967"/>
            <a:ext cx="707887" cy="79728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L 도형 9">
            <a:extLst>
              <a:ext uri="{FF2B5EF4-FFF2-40B4-BE49-F238E27FC236}">
                <a16:creationId xmlns:a16="http://schemas.microsoft.com/office/drawing/2014/main" id="{227285A9-8D4E-6425-4998-D9D8A7E7CA51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L 도형 10">
            <a:extLst>
              <a:ext uri="{FF2B5EF4-FFF2-40B4-BE49-F238E27FC236}">
                <a16:creationId xmlns:a16="http://schemas.microsoft.com/office/drawing/2014/main" id="{103EA615-B974-526D-5CC5-1AA27D538E5F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L 도형 12">
            <a:extLst>
              <a:ext uri="{FF2B5EF4-FFF2-40B4-BE49-F238E27FC236}">
                <a16:creationId xmlns:a16="http://schemas.microsoft.com/office/drawing/2014/main" id="{63B901FB-C4F8-5870-D36E-013276586CF9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7C5E664-A6F3-6843-C4F4-A9117F037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3341" y="60556"/>
            <a:ext cx="2640254" cy="1289849"/>
          </a:xfrm>
        </p:spPr>
        <p:txBody>
          <a:bodyPr/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기획의도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E610155-5549-0F16-0A12-07A5EE895635}"/>
              </a:ext>
            </a:extLst>
          </p:cNvPr>
          <p:cNvSpPr/>
          <p:nvPr/>
        </p:nvSpPr>
        <p:spPr>
          <a:xfrm>
            <a:off x="-766" y="1059394"/>
            <a:ext cx="2520000" cy="1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5449981-4F30-BCA7-D834-1D3714F1E2ED}"/>
              </a:ext>
            </a:extLst>
          </p:cNvPr>
          <p:cNvSpPr/>
          <p:nvPr/>
        </p:nvSpPr>
        <p:spPr>
          <a:xfrm>
            <a:off x="2408787" y="1068311"/>
            <a:ext cx="108000" cy="1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4097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16A3181-4843-F526-BE67-64F1C0F9F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369" y="565032"/>
            <a:ext cx="7024760" cy="978131"/>
          </a:xfrm>
          <a:prstGeom prst="rect">
            <a:avLst/>
          </a:prstGeom>
        </p:spPr>
      </p:pic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A2402BA-F398-C4E1-9924-F96A824622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852" y="1735922"/>
            <a:ext cx="10970277" cy="483443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b="1" dirty="0">
                <a:solidFill>
                  <a:srgbClr val="22222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⚠️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극단적인 다이어트</a:t>
            </a:r>
            <a:r>
              <a:rPr lang="en-US" altLang="ko-KR" b="1" i="0" dirty="0">
                <a:solidFill>
                  <a:srgbClr val="222222"/>
                </a:solidFill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불규칙한 식습관</a:t>
            </a:r>
            <a:r>
              <a:rPr lang="en-US" altLang="ko-KR" b="1" i="0" dirty="0">
                <a:solidFill>
                  <a:srgbClr val="222222"/>
                </a:solidFill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b="1" i="0" dirty="0">
                <a:solidFill>
                  <a:srgbClr val="222222"/>
                </a:solidFill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자극적인 음식 섭취 증가 </a:t>
            </a:r>
            <a:br>
              <a:rPr lang="ko-KR" altLang="en-US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br>
              <a:rPr lang="ko-KR" altLang="en-US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32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↑</a:t>
            </a:r>
            <a:r>
              <a:rPr lang="ko-KR" altLang="en-US" sz="3200" i="0" dirty="0" err="1">
                <a:solidFill>
                  <a:srgbClr val="C00000"/>
                </a:solidFill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고나트륨</a:t>
            </a:r>
            <a:r>
              <a:rPr lang="ko-KR" altLang="en-US" sz="3200" i="0" dirty="0">
                <a:solidFill>
                  <a:srgbClr val="C00000"/>
                </a:solidFill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sz="32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↑</a:t>
            </a:r>
            <a:r>
              <a:rPr lang="ko-KR" altLang="en-US" sz="3200" i="0" dirty="0" err="1">
                <a:solidFill>
                  <a:srgbClr val="C00000"/>
                </a:solidFill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고당분</a:t>
            </a:r>
            <a:r>
              <a:rPr lang="ko-KR" altLang="en-US" sz="3200" i="0" dirty="0">
                <a:solidFill>
                  <a:srgbClr val="C00000"/>
                </a:solidFill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sz="32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↑</a:t>
            </a:r>
            <a:r>
              <a:rPr lang="ko-KR" altLang="en-US" sz="3200" i="0" dirty="0">
                <a:solidFill>
                  <a:srgbClr val="C00000"/>
                </a:solidFill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고지방</a:t>
            </a:r>
            <a:r>
              <a:rPr lang="ko-KR" altLang="en-US" sz="2400" i="0" dirty="0">
                <a:solidFill>
                  <a:srgbClr val="222222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으로 이루어진 </a:t>
            </a:r>
            <a:r>
              <a:rPr lang="ko-KR" altLang="en-US" b="1" i="0" dirty="0">
                <a:solidFill>
                  <a:srgbClr val="FFC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가공식품</a:t>
            </a:r>
            <a:r>
              <a:rPr lang="ko-KR" altLang="en-US" sz="2400" b="0" i="0" dirty="0">
                <a:solidFill>
                  <a:srgbClr val="222222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섭취</a:t>
            </a:r>
            <a:endParaRPr lang="en-US" altLang="ko-KR" sz="2400" b="0" i="0" dirty="0">
              <a:solidFill>
                <a:srgbClr val="222222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ko-KR" altLang="en-US" sz="2400" b="0" i="0" dirty="0">
                <a:solidFill>
                  <a:srgbClr val="222222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청년층의 </a:t>
            </a:r>
            <a:r>
              <a:rPr lang="ko-KR" altLang="en-US" b="1" i="0" dirty="0">
                <a:solidFill>
                  <a:srgbClr val="FFC000"/>
                </a:solidFill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비타민과 무기질 결핍</a:t>
            </a:r>
            <a:r>
              <a:rPr lang="ko-KR" altLang="en-US" b="0" i="0" dirty="0">
                <a:solidFill>
                  <a:srgbClr val="FFC000"/>
                </a:solidFill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sz="2400" b="0" i="0" dirty="0">
                <a:solidFill>
                  <a:srgbClr val="222222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문제 심각</a:t>
            </a:r>
            <a:br>
              <a:rPr lang="ko-KR" altLang="en-US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en-US" altLang="ko-KR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ko-KR" altLang="en-US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에너지와 필수 영양소를 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권장량의 </a:t>
            </a:r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75% 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미만</a:t>
            </a:r>
            <a:r>
              <a:rPr lang="ko-KR" altLang="en-US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으로 섭취하는 </a:t>
            </a:r>
            <a:endParaRPr lang="en-US" altLang="ko-KR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ko-KR" altLang="en-US" sz="3200" b="1" dirty="0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영양섭취 부족 비율 </a:t>
            </a:r>
            <a:r>
              <a:rPr lang="en-US" altLang="ko-KR" sz="3200" b="1" dirty="0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17.9%</a:t>
            </a:r>
            <a:r>
              <a:rPr lang="en-US" altLang="ko-KR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  <a:p>
            <a:pPr marL="0" indent="0" algn="ctr">
              <a:buNone/>
            </a:pPr>
            <a:endParaRPr lang="en-US" altLang="ko-KR" sz="4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ctr">
              <a:buNone/>
            </a:pPr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국민 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명 중 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명이 </a:t>
            </a:r>
            <a:r>
              <a:rPr lang="ko-KR" altLang="en-US" sz="44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영양 불균형</a:t>
            </a:r>
            <a:r>
              <a:rPr lang="ko-KR" altLang="en-US" sz="4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상태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63D12DC9-F836-50EA-BE5C-D89FA86434F7}"/>
              </a:ext>
            </a:extLst>
          </p:cNvPr>
          <p:cNvSpPr/>
          <p:nvPr/>
        </p:nvSpPr>
        <p:spPr>
          <a:xfrm rot="5400000">
            <a:off x="5742048" y="4798674"/>
            <a:ext cx="707887" cy="79728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9CBE066-FD4E-7B28-5BC9-605396C2E98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잘린 한쪽 모서리 4">
            <a:extLst>
              <a:ext uri="{FF2B5EF4-FFF2-40B4-BE49-F238E27FC236}">
                <a16:creationId xmlns:a16="http://schemas.microsoft.com/office/drawing/2014/main" id="{79DAF5A7-BF30-F26B-0C1D-3C8D86EC00C3}"/>
              </a:ext>
            </a:extLst>
          </p:cNvPr>
          <p:cNvSpPr/>
          <p:nvPr/>
        </p:nvSpPr>
        <p:spPr>
          <a:xfrm>
            <a:off x="-766" y="317921"/>
            <a:ext cx="2515105" cy="77512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7CF7C41-1473-2494-7047-51B6386A25D1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L 도형 8">
            <a:extLst>
              <a:ext uri="{FF2B5EF4-FFF2-40B4-BE49-F238E27FC236}">
                <a16:creationId xmlns:a16="http://schemas.microsoft.com/office/drawing/2014/main" id="{426D73DB-6197-B72B-71B1-B872C5AC17A9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L 도형 9">
            <a:extLst>
              <a:ext uri="{FF2B5EF4-FFF2-40B4-BE49-F238E27FC236}">
                <a16:creationId xmlns:a16="http://schemas.microsoft.com/office/drawing/2014/main" id="{C8B070B5-8945-0CE1-830C-D9CBA40C8ED4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A9637FA2-9DAF-1F7A-DC27-4FAAACD64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3341" y="60556"/>
            <a:ext cx="2640254" cy="1289849"/>
          </a:xfrm>
        </p:spPr>
        <p:txBody>
          <a:bodyPr/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기획의도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04BBA1C-D105-A296-41CE-8B9FB37289A0}"/>
              </a:ext>
            </a:extLst>
          </p:cNvPr>
          <p:cNvSpPr/>
          <p:nvPr/>
        </p:nvSpPr>
        <p:spPr>
          <a:xfrm>
            <a:off x="-766" y="1059394"/>
            <a:ext cx="2520000" cy="1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F2EE9EA-D920-3784-655C-E9B121334B6B}"/>
              </a:ext>
            </a:extLst>
          </p:cNvPr>
          <p:cNvSpPr/>
          <p:nvPr/>
        </p:nvSpPr>
        <p:spPr>
          <a:xfrm>
            <a:off x="2408787" y="1068311"/>
            <a:ext cx="108000" cy="1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9003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5DF04660-2DD0-1F36-136E-4E0C8D38B7FC}"/>
              </a:ext>
            </a:extLst>
          </p:cNvPr>
          <p:cNvSpPr/>
          <p:nvPr/>
        </p:nvSpPr>
        <p:spPr>
          <a:xfrm>
            <a:off x="3906380" y="1476362"/>
            <a:ext cx="2160000" cy="14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ED96876-AE61-8F32-978E-6BB6C8058C4A}"/>
              </a:ext>
            </a:extLst>
          </p:cNvPr>
          <p:cNvSpPr/>
          <p:nvPr/>
        </p:nvSpPr>
        <p:spPr>
          <a:xfrm>
            <a:off x="210269" y="3199647"/>
            <a:ext cx="180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27BDC17-BF29-4E47-CBE6-D60575997B0B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8CD96050-6FD3-6D4E-23AE-F1C333B875AC}"/>
              </a:ext>
            </a:extLst>
          </p:cNvPr>
          <p:cNvSpPr/>
          <p:nvPr/>
        </p:nvSpPr>
        <p:spPr>
          <a:xfrm>
            <a:off x="-766" y="317921"/>
            <a:ext cx="6840000" cy="77512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31568C67-4688-F84D-0E55-CA6D0C343ED2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L 도형 7">
            <a:extLst>
              <a:ext uri="{FF2B5EF4-FFF2-40B4-BE49-F238E27FC236}">
                <a16:creationId xmlns:a16="http://schemas.microsoft.com/office/drawing/2014/main" id="{366A52A5-70D0-7102-FF91-436F36AB2423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L 도형 8">
            <a:extLst>
              <a:ext uri="{FF2B5EF4-FFF2-40B4-BE49-F238E27FC236}">
                <a16:creationId xmlns:a16="http://schemas.microsoft.com/office/drawing/2014/main" id="{C5D3C134-DAE7-582F-17DD-A51860D3A19B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ED8C13AE-58CC-AB73-2319-A77D93DB84A2}"/>
              </a:ext>
            </a:extLst>
          </p:cNvPr>
          <p:cNvSpPr txBox="1">
            <a:spLocks/>
          </p:cNvSpPr>
          <p:nvPr/>
        </p:nvSpPr>
        <p:spPr>
          <a:xfrm>
            <a:off x="-63341" y="60556"/>
            <a:ext cx="7804426" cy="1289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6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개발목표</a:t>
            </a:r>
            <a:r>
              <a:rPr lang="en-US" altLang="ko-KR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</a:t>
            </a:r>
            <a:r>
              <a:rPr lang="en-US" altLang="ko-KR" sz="36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식습관 유형 분석 가이드</a:t>
            </a:r>
            <a:r>
              <a:rPr lang="en-US" altLang="ko-KR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7" name="사각형: 잘린 한쪽 모서리 16">
            <a:extLst>
              <a:ext uri="{FF2B5EF4-FFF2-40B4-BE49-F238E27FC236}">
                <a16:creationId xmlns:a16="http://schemas.microsoft.com/office/drawing/2014/main" id="{5DFAC866-6C57-6CFD-0481-AEA618502613}"/>
              </a:ext>
            </a:extLst>
          </p:cNvPr>
          <p:cNvSpPr/>
          <p:nvPr/>
        </p:nvSpPr>
        <p:spPr>
          <a:xfrm flipH="1">
            <a:off x="261498" y="1525290"/>
            <a:ext cx="5760000" cy="2340000"/>
          </a:xfrm>
          <a:prstGeom prst="snip1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B341B19-5870-107F-C75D-E896A92B33F9}"/>
              </a:ext>
            </a:extLst>
          </p:cNvPr>
          <p:cNvSpPr/>
          <p:nvPr/>
        </p:nvSpPr>
        <p:spPr>
          <a:xfrm>
            <a:off x="-766" y="1059394"/>
            <a:ext cx="6840000" cy="1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EC49A65-75BE-4E83-550F-AC2B7362D9AB}"/>
              </a:ext>
            </a:extLst>
          </p:cNvPr>
          <p:cNvSpPr/>
          <p:nvPr/>
        </p:nvSpPr>
        <p:spPr>
          <a:xfrm>
            <a:off x="6731234" y="1068394"/>
            <a:ext cx="108000" cy="1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1F8493-DEAC-F012-2FC6-12FE94923F3D}"/>
              </a:ext>
            </a:extLst>
          </p:cNvPr>
          <p:cNvSpPr txBox="1"/>
          <p:nvPr/>
        </p:nvSpPr>
        <p:spPr>
          <a:xfrm>
            <a:off x="-8496" y="1118200"/>
            <a:ext cx="666262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endParaRPr lang="ko-KR" altLang="en-US" sz="8000" dirty="0"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B1D136-6594-3C31-CC2C-47E7378E92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804" y="1678043"/>
            <a:ext cx="5659688" cy="196202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ko-KR" altLang="en-US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국건영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데이터 기반 영양소 비율 지표화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endParaRPr lang="ko-KR" alt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r>
              <a:rPr lang="ko-KR" altLang="en-US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종 핵심 영양소별 권장량 대비 실제 섭취량 비율</a:t>
            </a:r>
            <a:r>
              <a:rPr lang="en-US" altLang="ko-KR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(Ratio)</a:t>
            </a:r>
            <a:r>
              <a:rPr lang="ko-KR" altLang="en-US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산출하여 개인별 영양 상태를 </a:t>
            </a:r>
            <a:r>
              <a:rPr lang="ko-KR" altLang="en-US" sz="19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정량화한다</a:t>
            </a:r>
            <a:r>
              <a:rPr lang="en-US" altLang="ko-KR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영양소마다 다른 권장 기준치를 </a:t>
            </a:r>
            <a:r>
              <a:rPr lang="en-US" altLang="ko-KR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100% </a:t>
            </a:r>
            <a:r>
              <a:rPr lang="ko-KR" altLang="en-US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기준으로 </a:t>
            </a:r>
            <a:br>
              <a:rPr lang="en-US" altLang="ko-KR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9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표준화하여</a:t>
            </a:r>
            <a:r>
              <a:rPr lang="ko-KR" altLang="en-US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비교 분석한다</a:t>
            </a:r>
            <a:r>
              <a:rPr lang="en-US" altLang="ko-KR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AFC31DE-A9EA-FA60-EBB4-99571054F6B5}"/>
              </a:ext>
            </a:extLst>
          </p:cNvPr>
          <p:cNvSpPr/>
          <p:nvPr/>
        </p:nvSpPr>
        <p:spPr>
          <a:xfrm>
            <a:off x="9901217" y="1477252"/>
            <a:ext cx="2160000" cy="14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E567056-F5F6-09F1-0B9D-2359F56E171B}"/>
              </a:ext>
            </a:extLst>
          </p:cNvPr>
          <p:cNvSpPr/>
          <p:nvPr/>
        </p:nvSpPr>
        <p:spPr>
          <a:xfrm>
            <a:off x="6205106" y="3200537"/>
            <a:ext cx="180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잘린 한쪽 모서리 37">
            <a:extLst>
              <a:ext uri="{FF2B5EF4-FFF2-40B4-BE49-F238E27FC236}">
                <a16:creationId xmlns:a16="http://schemas.microsoft.com/office/drawing/2014/main" id="{D804EE69-B6C0-2121-515B-B8E055951296}"/>
              </a:ext>
            </a:extLst>
          </p:cNvPr>
          <p:cNvSpPr/>
          <p:nvPr/>
        </p:nvSpPr>
        <p:spPr>
          <a:xfrm flipH="1">
            <a:off x="6256335" y="1526180"/>
            <a:ext cx="5760000" cy="2340000"/>
          </a:xfrm>
          <a:prstGeom prst="snip1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6B1D136-6594-3C31-CC2C-47E7378E927B}"/>
              </a:ext>
            </a:extLst>
          </p:cNvPr>
          <p:cNvSpPr txBox="1">
            <a:spLocks/>
          </p:cNvSpPr>
          <p:nvPr/>
        </p:nvSpPr>
        <p:spPr>
          <a:xfrm>
            <a:off x="6598822" y="1691338"/>
            <a:ext cx="5668068" cy="21532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K-means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기반 건 페르소나 모델 구축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endParaRPr lang="ko-KR" alt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최적 군집 수 </a:t>
            </a:r>
            <a:r>
              <a:rPr lang="ko-KR" altLang="en-US" sz="19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판별법</a:t>
            </a:r>
            <a:r>
              <a:rPr lang="en-US" altLang="ko-KR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(Elbow Method)</a:t>
            </a:r>
            <a:r>
              <a:rPr lang="ko-KR" altLang="en-US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통해 </a:t>
            </a:r>
            <a:br>
              <a:rPr lang="en-US" altLang="ko-KR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식습관 및 생활 패턴 데이터를 대표하는 </a:t>
            </a:r>
            <a:r>
              <a:rPr lang="en-US" altLang="ko-KR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K</a:t>
            </a:r>
            <a:r>
              <a:rPr lang="ko-KR" altLang="en-US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개의 </a:t>
            </a:r>
            <a:br>
              <a:rPr lang="en-US" altLang="ko-KR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유형을 도출한다</a:t>
            </a:r>
            <a:r>
              <a:rPr lang="en-US" altLang="ko-KR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 군집의 영양 특성에 따라 ‘당류 과잉형’</a:t>
            </a:r>
            <a:r>
              <a:rPr lang="en-US" altLang="ko-KR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‘</a:t>
            </a:r>
            <a:r>
              <a:rPr lang="ko-KR" altLang="en-US" sz="19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식이섬유</a:t>
            </a:r>
            <a:r>
              <a:rPr lang="ko-KR" altLang="en-US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br>
              <a:rPr lang="en-US" altLang="ko-KR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부족형’ 등 표준 페르소나 라이브러리를 정의한다</a:t>
            </a:r>
            <a:r>
              <a:rPr lang="en-US" altLang="ko-KR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224FB5-52A5-8A1E-931F-5C2238161BB0}"/>
              </a:ext>
            </a:extLst>
          </p:cNvPr>
          <p:cNvSpPr txBox="1"/>
          <p:nvPr/>
        </p:nvSpPr>
        <p:spPr>
          <a:xfrm>
            <a:off x="6035706" y="1060679"/>
            <a:ext cx="666262" cy="1323439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solidFill>
                  <a:srgbClr val="FFC000"/>
                </a:solidFill>
                <a:effectLst>
                  <a:outerShdw blurRad="50800" dist="38100" dir="2700000" algn="tl" rotWithShape="0">
                    <a:schemeClr val="tx1">
                      <a:lumMod val="75000"/>
                      <a:lumOff val="25000"/>
                      <a:alpha val="40000"/>
                    </a:schemeClr>
                  </a:outerShdw>
                </a:effectLst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endParaRPr lang="ko-KR" altLang="en-US" sz="8000" dirty="0">
              <a:solidFill>
                <a:srgbClr val="FFC000"/>
              </a:solidFill>
              <a:effectLst>
                <a:outerShdw blurRad="50800" dist="38100" dir="2700000" algn="tl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DACE623-0660-A04A-BCEE-9D985604AC81}"/>
              </a:ext>
            </a:extLst>
          </p:cNvPr>
          <p:cNvSpPr/>
          <p:nvPr/>
        </p:nvSpPr>
        <p:spPr>
          <a:xfrm>
            <a:off x="3855151" y="4195415"/>
            <a:ext cx="2160000" cy="14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16BFCFB-F095-15B9-4938-E29ED24CDD3C}"/>
              </a:ext>
            </a:extLst>
          </p:cNvPr>
          <p:cNvSpPr/>
          <p:nvPr/>
        </p:nvSpPr>
        <p:spPr>
          <a:xfrm>
            <a:off x="159040" y="5918700"/>
            <a:ext cx="180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잘린 한쪽 모서리 42">
            <a:extLst>
              <a:ext uri="{FF2B5EF4-FFF2-40B4-BE49-F238E27FC236}">
                <a16:creationId xmlns:a16="http://schemas.microsoft.com/office/drawing/2014/main" id="{4C7BE190-B3CD-B99C-A209-56AD28EA4722}"/>
              </a:ext>
            </a:extLst>
          </p:cNvPr>
          <p:cNvSpPr/>
          <p:nvPr/>
        </p:nvSpPr>
        <p:spPr>
          <a:xfrm flipH="1">
            <a:off x="210269" y="4244343"/>
            <a:ext cx="5760000" cy="2340000"/>
          </a:xfrm>
          <a:prstGeom prst="snip1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0DF34DEF-64F2-F910-DDCA-9562CDC57915}"/>
              </a:ext>
            </a:extLst>
          </p:cNvPr>
          <p:cNvSpPr txBox="1">
            <a:spLocks/>
          </p:cNvSpPr>
          <p:nvPr/>
        </p:nvSpPr>
        <p:spPr>
          <a:xfrm>
            <a:off x="511109" y="4382390"/>
            <a:ext cx="5529280" cy="20872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유사도 분석 및 군집 시각화를 통한 사용자 유형 매칭</a:t>
            </a:r>
            <a:endParaRPr lang="en-US" altLang="ko-KR" sz="2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endParaRPr lang="ko-KR" alt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유클리드 거리 분석으로 사용자 데이터와 각 군집 중심점 간의 거리를 계산하여 인접한 페르소나에 매칭한다</a:t>
            </a:r>
            <a:r>
              <a:rPr lang="en-US" altLang="ko-KR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분석 결과를 </a:t>
            </a:r>
            <a:r>
              <a:rPr lang="en-US" altLang="ko-KR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차원 평면에 사용자의 위치와 그룹 </a:t>
            </a:r>
            <a:br>
              <a:rPr lang="en-US" altLang="ko-KR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9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평균간의</a:t>
            </a:r>
            <a:r>
              <a:rPr lang="ko-KR" altLang="en-US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편차를 </a:t>
            </a:r>
            <a:r>
              <a:rPr lang="ko-KR" altLang="en-US" sz="19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산점도로</a:t>
            </a:r>
            <a:r>
              <a:rPr lang="ko-KR" altLang="en-US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9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시각화한다</a:t>
            </a:r>
            <a:r>
              <a:rPr lang="en-US" altLang="ko-KR" sz="1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D1BFBDE-C942-F62B-999C-05D6D18A04A6}"/>
              </a:ext>
            </a:extLst>
          </p:cNvPr>
          <p:cNvSpPr/>
          <p:nvPr/>
        </p:nvSpPr>
        <p:spPr>
          <a:xfrm>
            <a:off x="9901217" y="4170711"/>
            <a:ext cx="2160000" cy="14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3BD4670-B682-8BEE-8828-A02AED1DFD56}"/>
              </a:ext>
            </a:extLst>
          </p:cNvPr>
          <p:cNvSpPr/>
          <p:nvPr/>
        </p:nvSpPr>
        <p:spPr>
          <a:xfrm>
            <a:off x="6205106" y="5893996"/>
            <a:ext cx="180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잘린 한쪽 모서리 46">
            <a:extLst>
              <a:ext uri="{FF2B5EF4-FFF2-40B4-BE49-F238E27FC236}">
                <a16:creationId xmlns:a16="http://schemas.microsoft.com/office/drawing/2014/main" id="{6F24D5FB-56B7-EFE2-A2D4-D704AE3610CA}"/>
              </a:ext>
            </a:extLst>
          </p:cNvPr>
          <p:cNvSpPr/>
          <p:nvPr/>
        </p:nvSpPr>
        <p:spPr>
          <a:xfrm flipH="1">
            <a:off x="6256335" y="4219639"/>
            <a:ext cx="5760000" cy="2340000"/>
          </a:xfrm>
          <a:prstGeom prst="snip1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70A180C4-6709-0194-6E45-04D926791744}"/>
              </a:ext>
            </a:extLst>
          </p:cNvPr>
          <p:cNvSpPr txBox="1">
            <a:spLocks/>
          </p:cNvSpPr>
          <p:nvPr/>
        </p:nvSpPr>
        <p:spPr>
          <a:xfrm>
            <a:off x="6700954" y="4296458"/>
            <a:ext cx="5401621" cy="24434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기반 식습관 유형 분석 가이드 </a:t>
            </a:r>
            <a:b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제공 및 리포트 생성</a:t>
            </a:r>
            <a:endParaRPr lang="en-US" altLang="ko-KR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endParaRPr lang="ko-KR" alt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사용자가 속한 군집의 평균치와 사용자 데이터 간의 </a:t>
            </a:r>
            <a:b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편차를 계산한다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‘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당류 섭취 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15g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감소 </a:t>
            </a:r>
            <a:r>
              <a:rPr lang="ko-KR" altLang="en-US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필요’와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같은 개선 목표를 </a:t>
            </a:r>
            <a:b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도출하고 이를 기반으로 건강 관리 리포트를 </a:t>
            </a:r>
            <a:b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생성한다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DFBD15-E861-5C41-1CE7-961190600342}"/>
              </a:ext>
            </a:extLst>
          </p:cNvPr>
          <p:cNvSpPr txBox="1"/>
          <p:nvPr/>
        </p:nvSpPr>
        <p:spPr>
          <a:xfrm>
            <a:off x="-49412" y="3865743"/>
            <a:ext cx="666262" cy="1323439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solidFill>
                  <a:srgbClr val="FFC000"/>
                </a:solidFill>
                <a:effectLst>
                  <a:outerShdw blurRad="50800" dist="38100" dir="2700000" algn="tl" rotWithShape="0">
                    <a:schemeClr val="tx1">
                      <a:lumMod val="75000"/>
                      <a:lumOff val="25000"/>
                      <a:alpha val="40000"/>
                    </a:schemeClr>
                  </a:outerShdw>
                </a:effectLst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</a:t>
            </a:r>
            <a:endParaRPr lang="ko-KR" altLang="en-US" sz="8000" dirty="0">
              <a:solidFill>
                <a:srgbClr val="FFC000"/>
              </a:solidFill>
              <a:effectLst>
                <a:outerShdw blurRad="50800" dist="38100" dir="2700000" algn="tl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F8CAE1-FB4C-1E27-8859-256E85745D2D}"/>
              </a:ext>
            </a:extLst>
          </p:cNvPr>
          <p:cNvSpPr txBox="1"/>
          <p:nvPr/>
        </p:nvSpPr>
        <p:spPr>
          <a:xfrm>
            <a:off x="6078985" y="3822876"/>
            <a:ext cx="666262" cy="1323439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solidFill>
                  <a:srgbClr val="FFC000"/>
                </a:solidFill>
                <a:effectLst>
                  <a:outerShdw blurRad="50800" dist="38100" dir="2700000" algn="tl" rotWithShape="0">
                    <a:schemeClr val="tx1">
                      <a:lumMod val="75000"/>
                      <a:lumOff val="25000"/>
                      <a:alpha val="40000"/>
                    </a:schemeClr>
                  </a:outerShdw>
                </a:effectLst>
                <a:latin typeface="Noto Sans KR Black" panose="020B0200000000000000" pitchFamily="50" charset="-127"/>
                <a:ea typeface="Noto Sans KR Black" panose="020B0200000000000000" pitchFamily="50" charset="-127"/>
              </a:rPr>
              <a:t>4</a:t>
            </a:r>
            <a:endParaRPr lang="ko-KR" altLang="en-US" sz="8000" dirty="0">
              <a:solidFill>
                <a:srgbClr val="FFC000"/>
              </a:solidFill>
              <a:effectLst>
                <a:outerShdw blurRad="50800" dist="38100" dir="2700000" algn="tl" rotWithShape="0">
                  <a:schemeClr val="tx1">
                    <a:lumMod val="75000"/>
                    <a:lumOff val="25000"/>
                    <a:alpha val="40000"/>
                  </a:schemeClr>
                </a:outerShdw>
              </a:effectLst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0855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-767" y="317921"/>
            <a:ext cx="3239999" cy="77512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27DF61-677C-F35A-C9F2-52DBB017AE96}"/>
              </a:ext>
            </a:extLst>
          </p:cNvPr>
          <p:cNvSpPr/>
          <p:nvPr/>
        </p:nvSpPr>
        <p:spPr>
          <a:xfrm>
            <a:off x="-766" y="1059394"/>
            <a:ext cx="3240000" cy="1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74B0A1-2171-CBBC-C714-22F54AD41B9A}"/>
              </a:ext>
            </a:extLst>
          </p:cNvPr>
          <p:cNvSpPr/>
          <p:nvPr/>
        </p:nvSpPr>
        <p:spPr>
          <a:xfrm>
            <a:off x="3131233" y="1059394"/>
            <a:ext cx="108000" cy="1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7BCF6BD-0DE3-693F-558E-46D224F3BF53}"/>
              </a:ext>
            </a:extLst>
          </p:cNvPr>
          <p:cNvSpPr txBox="1">
            <a:spLocks/>
          </p:cNvSpPr>
          <p:nvPr/>
        </p:nvSpPr>
        <p:spPr>
          <a:xfrm>
            <a:off x="-63341" y="341275"/>
            <a:ext cx="5101624" cy="12898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600" b="1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개발스케줄표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aphicFrame>
        <p:nvGraphicFramePr>
          <p:cNvPr id="15" name="개체 14">
            <a:extLst>
              <a:ext uri="{FF2B5EF4-FFF2-40B4-BE49-F238E27FC236}">
                <a16:creationId xmlns:a16="http://schemas.microsoft.com/office/drawing/2014/main" id="{004656D7-4F15-D6A5-C4AE-1279F85EA1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914955"/>
              </p:ext>
            </p:extLst>
          </p:nvPr>
        </p:nvGraphicFramePr>
        <p:xfrm>
          <a:off x="703846" y="1519463"/>
          <a:ext cx="10784308" cy="4506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984747" imgH="3336395" progId="Excel.Sheet.12">
                  <p:embed/>
                </p:oleObj>
              </mc:Choice>
              <mc:Fallback>
                <p:oleObj name="Worksheet" r:id="rId2" imgW="7984747" imgH="333639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3846" y="1519463"/>
                        <a:ext cx="10784308" cy="45066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1739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E2A7C5A-3C54-55C4-8F5A-F7CA712AF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00" y="1017000"/>
            <a:ext cx="10364647" cy="583011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-766" y="317921"/>
            <a:ext cx="2880000" cy="77512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27DF61-677C-F35A-C9F2-52DBB017AE96}"/>
              </a:ext>
            </a:extLst>
          </p:cNvPr>
          <p:cNvSpPr/>
          <p:nvPr/>
        </p:nvSpPr>
        <p:spPr>
          <a:xfrm>
            <a:off x="-766" y="1059394"/>
            <a:ext cx="2880000" cy="1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74B0A1-2171-CBBC-C714-22F54AD41B9A}"/>
              </a:ext>
            </a:extLst>
          </p:cNvPr>
          <p:cNvSpPr/>
          <p:nvPr/>
        </p:nvSpPr>
        <p:spPr>
          <a:xfrm>
            <a:off x="2771234" y="1068394"/>
            <a:ext cx="108000" cy="1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7BCF6BD-0DE3-693F-558E-46D224F3BF53}"/>
              </a:ext>
            </a:extLst>
          </p:cNvPr>
          <p:cNvSpPr txBox="1">
            <a:spLocks/>
          </p:cNvSpPr>
          <p:nvPr/>
        </p:nvSpPr>
        <p:spPr>
          <a:xfrm>
            <a:off x="-63341" y="341275"/>
            <a:ext cx="5101624" cy="12898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6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화면설계서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8374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5FD3967-159E-BED7-0E32-968710A60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00" y="1017000"/>
            <a:ext cx="10364647" cy="583011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-766" y="317921"/>
            <a:ext cx="2880000" cy="77512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27DF61-677C-F35A-C9F2-52DBB017AE96}"/>
              </a:ext>
            </a:extLst>
          </p:cNvPr>
          <p:cNvSpPr/>
          <p:nvPr/>
        </p:nvSpPr>
        <p:spPr>
          <a:xfrm>
            <a:off x="-766" y="1059394"/>
            <a:ext cx="2880000" cy="1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74B0A1-2171-CBBC-C714-22F54AD41B9A}"/>
              </a:ext>
            </a:extLst>
          </p:cNvPr>
          <p:cNvSpPr/>
          <p:nvPr/>
        </p:nvSpPr>
        <p:spPr>
          <a:xfrm>
            <a:off x="2771234" y="1068394"/>
            <a:ext cx="108000" cy="1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7BCF6BD-0DE3-693F-558E-46D224F3BF53}"/>
              </a:ext>
            </a:extLst>
          </p:cNvPr>
          <p:cNvSpPr txBox="1">
            <a:spLocks/>
          </p:cNvSpPr>
          <p:nvPr/>
        </p:nvSpPr>
        <p:spPr>
          <a:xfrm>
            <a:off x="-63341" y="341275"/>
            <a:ext cx="5101624" cy="12898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6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화면설계서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8089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B1E3B81-A44D-1129-BCCF-80B5D17E4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1008000"/>
            <a:ext cx="10364647" cy="583011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-766" y="317921"/>
            <a:ext cx="2880000" cy="77512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27DF61-677C-F35A-C9F2-52DBB017AE96}"/>
              </a:ext>
            </a:extLst>
          </p:cNvPr>
          <p:cNvSpPr/>
          <p:nvPr/>
        </p:nvSpPr>
        <p:spPr>
          <a:xfrm>
            <a:off x="-766" y="1059394"/>
            <a:ext cx="2880000" cy="1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74B0A1-2171-CBBC-C714-22F54AD41B9A}"/>
              </a:ext>
            </a:extLst>
          </p:cNvPr>
          <p:cNvSpPr/>
          <p:nvPr/>
        </p:nvSpPr>
        <p:spPr>
          <a:xfrm>
            <a:off x="2771234" y="1068394"/>
            <a:ext cx="108000" cy="1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7BCF6BD-0DE3-693F-558E-46D224F3BF53}"/>
              </a:ext>
            </a:extLst>
          </p:cNvPr>
          <p:cNvSpPr txBox="1">
            <a:spLocks/>
          </p:cNvSpPr>
          <p:nvPr/>
        </p:nvSpPr>
        <p:spPr>
          <a:xfrm>
            <a:off x="-63341" y="341275"/>
            <a:ext cx="5101624" cy="12898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6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화면설계서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7432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41A2307-A79A-C41B-1381-A6D31B38B4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1008000"/>
            <a:ext cx="10364647" cy="583011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-766" y="317921"/>
            <a:ext cx="2880000" cy="77512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27DF61-677C-F35A-C9F2-52DBB017AE96}"/>
              </a:ext>
            </a:extLst>
          </p:cNvPr>
          <p:cNvSpPr/>
          <p:nvPr/>
        </p:nvSpPr>
        <p:spPr>
          <a:xfrm>
            <a:off x="-766" y="1059394"/>
            <a:ext cx="2880000" cy="1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74B0A1-2171-CBBC-C714-22F54AD41B9A}"/>
              </a:ext>
            </a:extLst>
          </p:cNvPr>
          <p:cNvSpPr/>
          <p:nvPr/>
        </p:nvSpPr>
        <p:spPr>
          <a:xfrm>
            <a:off x="2771234" y="1068394"/>
            <a:ext cx="108000" cy="1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7BCF6BD-0DE3-693F-558E-46D224F3BF53}"/>
              </a:ext>
            </a:extLst>
          </p:cNvPr>
          <p:cNvSpPr txBox="1">
            <a:spLocks/>
          </p:cNvSpPr>
          <p:nvPr/>
        </p:nvSpPr>
        <p:spPr>
          <a:xfrm>
            <a:off x="-63341" y="341275"/>
            <a:ext cx="5101624" cy="12898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6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화면설계서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4078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B026C48-62D5-D4EA-CE84-5B67CE820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1008000"/>
            <a:ext cx="10364647" cy="583011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-766" y="317921"/>
            <a:ext cx="2880000" cy="77512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27DF61-677C-F35A-C9F2-52DBB017AE96}"/>
              </a:ext>
            </a:extLst>
          </p:cNvPr>
          <p:cNvSpPr/>
          <p:nvPr/>
        </p:nvSpPr>
        <p:spPr>
          <a:xfrm>
            <a:off x="-766" y="1059394"/>
            <a:ext cx="2880000" cy="1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74B0A1-2171-CBBC-C714-22F54AD41B9A}"/>
              </a:ext>
            </a:extLst>
          </p:cNvPr>
          <p:cNvSpPr/>
          <p:nvPr/>
        </p:nvSpPr>
        <p:spPr>
          <a:xfrm>
            <a:off x="2771234" y="1068394"/>
            <a:ext cx="108000" cy="1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7BCF6BD-0DE3-693F-558E-46D224F3BF53}"/>
              </a:ext>
            </a:extLst>
          </p:cNvPr>
          <p:cNvSpPr txBox="1">
            <a:spLocks/>
          </p:cNvSpPr>
          <p:nvPr/>
        </p:nvSpPr>
        <p:spPr>
          <a:xfrm>
            <a:off x="-63341" y="341275"/>
            <a:ext cx="5101624" cy="12898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6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화면설계서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0714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2391D15-9D2F-A9DC-F4C0-D2CEB501B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1008000"/>
            <a:ext cx="10364647" cy="583011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-766" y="317921"/>
            <a:ext cx="2880000" cy="77512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27DF61-677C-F35A-C9F2-52DBB017AE96}"/>
              </a:ext>
            </a:extLst>
          </p:cNvPr>
          <p:cNvSpPr/>
          <p:nvPr/>
        </p:nvSpPr>
        <p:spPr>
          <a:xfrm>
            <a:off x="-766" y="1059394"/>
            <a:ext cx="2880000" cy="1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74B0A1-2171-CBBC-C714-22F54AD41B9A}"/>
              </a:ext>
            </a:extLst>
          </p:cNvPr>
          <p:cNvSpPr/>
          <p:nvPr/>
        </p:nvSpPr>
        <p:spPr>
          <a:xfrm>
            <a:off x="2771234" y="1068394"/>
            <a:ext cx="108000" cy="1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7BCF6BD-0DE3-693F-558E-46D224F3BF53}"/>
              </a:ext>
            </a:extLst>
          </p:cNvPr>
          <p:cNvSpPr txBox="1">
            <a:spLocks/>
          </p:cNvSpPr>
          <p:nvPr/>
        </p:nvSpPr>
        <p:spPr>
          <a:xfrm>
            <a:off x="-63341" y="341275"/>
            <a:ext cx="5101624" cy="12898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6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화면설계서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3248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9E5380A-054D-21BA-1B18-D8BD8AD2A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1008000"/>
            <a:ext cx="10364647" cy="583011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-766" y="317921"/>
            <a:ext cx="2880000" cy="77512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27DF61-677C-F35A-C9F2-52DBB017AE96}"/>
              </a:ext>
            </a:extLst>
          </p:cNvPr>
          <p:cNvSpPr/>
          <p:nvPr/>
        </p:nvSpPr>
        <p:spPr>
          <a:xfrm>
            <a:off x="-766" y="1059394"/>
            <a:ext cx="2880000" cy="1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74B0A1-2171-CBBC-C714-22F54AD41B9A}"/>
              </a:ext>
            </a:extLst>
          </p:cNvPr>
          <p:cNvSpPr/>
          <p:nvPr/>
        </p:nvSpPr>
        <p:spPr>
          <a:xfrm>
            <a:off x="2771234" y="1068394"/>
            <a:ext cx="108000" cy="1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7BCF6BD-0DE3-693F-558E-46D224F3BF53}"/>
              </a:ext>
            </a:extLst>
          </p:cNvPr>
          <p:cNvSpPr txBox="1">
            <a:spLocks/>
          </p:cNvSpPr>
          <p:nvPr/>
        </p:nvSpPr>
        <p:spPr>
          <a:xfrm>
            <a:off x="-63341" y="341275"/>
            <a:ext cx="5101624" cy="12898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6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화면설계서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8389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번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E2B830A-0F6B-D0A2-2834-9C32BDCEC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1008000"/>
            <a:ext cx="10364647" cy="583011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-766" y="317921"/>
            <a:ext cx="2880000" cy="77512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27DF61-677C-F35A-C9F2-52DBB017AE96}"/>
              </a:ext>
            </a:extLst>
          </p:cNvPr>
          <p:cNvSpPr/>
          <p:nvPr/>
        </p:nvSpPr>
        <p:spPr>
          <a:xfrm>
            <a:off x="-766" y="1059394"/>
            <a:ext cx="2880000" cy="1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74B0A1-2171-CBBC-C714-22F54AD41B9A}"/>
              </a:ext>
            </a:extLst>
          </p:cNvPr>
          <p:cNvSpPr/>
          <p:nvPr/>
        </p:nvSpPr>
        <p:spPr>
          <a:xfrm>
            <a:off x="2771234" y="1068394"/>
            <a:ext cx="108000" cy="1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7BCF6BD-0DE3-693F-558E-46D224F3BF53}"/>
              </a:ext>
            </a:extLst>
          </p:cNvPr>
          <p:cNvSpPr txBox="1">
            <a:spLocks/>
          </p:cNvSpPr>
          <p:nvPr/>
        </p:nvSpPr>
        <p:spPr>
          <a:xfrm>
            <a:off x="-63341" y="341275"/>
            <a:ext cx="5101624" cy="12898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6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화면설계서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012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도표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A0B29F1-CB3D-85A0-B066-D252A6501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00" y="1008000"/>
            <a:ext cx="10364647" cy="583011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1BC658B-3A71-2467-CB33-03A51800EBDC}"/>
              </a:ext>
            </a:extLst>
          </p:cNvPr>
          <p:cNvSpPr/>
          <p:nvPr/>
        </p:nvSpPr>
        <p:spPr>
          <a:xfrm>
            <a:off x="-1" y="0"/>
            <a:ext cx="121932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6C29B8CC-D569-0884-2DE9-9DFCA7850BB2}"/>
              </a:ext>
            </a:extLst>
          </p:cNvPr>
          <p:cNvSpPr/>
          <p:nvPr/>
        </p:nvSpPr>
        <p:spPr>
          <a:xfrm>
            <a:off x="-766" y="317921"/>
            <a:ext cx="2880000" cy="77512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4F9348AA-9546-4A2C-458A-3C5E0E7A8F87}"/>
              </a:ext>
            </a:extLst>
          </p:cNvPr>
          <p:cNvSpPr/>
          <p:nvPr/>
        </p:nvSpPr>
        <p:spPr>
          <a:xfrm rot="13500000">
            <a:off x="11340286" y="125999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L 도형 5">
            <a:extLst>
              <a:ext uri="{FF2B5EF4-FFF2-40B4-BE49-F238E27FC236}">
                <a16:creationId xmlns:a16="http://schemas.microsoft.com/office/drawing/2014/main" id="{CD0274B5-2FBB-CCC2-3FDF-6B688797683C}"/>
              </a:ext>
            </a:extLst>
          </p:cNvPr>
          <p:cNvSpPr/>
          <p:nvPr/>
        </p:nvSpPr>
        <p:spPr>
          <a:xfrm rot="13500000">
            <a:off x="11595610" y="123995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L 도형 6">
            <a:extLst>
              <a:ext uri="{FF2B5EF4-FFF2-40B4-BE49-F238E27FC236}">
                <a16:creationId xmlns:a16="http://schemas.microsoft.com/office/drawing/2014/main" id="{F55AB5B5-649B-F4D3-54AC-E78424F260C5}"/>
              </a:ext>
            </a:extLst>
          </p:cNvPr>
          <p:cNvSpPr/>
          <p:nvPr/>
        </p:nvSpPr>
        <p:spPr>
          <a:xfrm rot="13500000">
            <a:off x="11849405" y="126000"/>
            <a:ext cx="180000" cy="180000"/>
          </a:xfrm>
          <a:prstGeom prst="corne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27DF61-677C-F35A-C9F2-52DBB017AE96}"/>
              </a:ext>
            </a:extLst>
          </p:cNvPr>
          <p:cNvSpPr/>
          <p:nvPr/>
        </p:nvSpPr>
        <p:spPr>
          <a:xfrm>
            <a:off x="-766" y="1059394"/>
            <a:ext cx="2880000" cy="1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74B0A1-2171-CBBC-C714-22F54AD41B9A}"/>
              </a:ext>
            </a:extLst>
          </p:cNvPr>
          <p:cNvSpPr/>
          <p:nvPr/>
        </p:nvSpPr>
        <p:spPr>
          <a:xfrm>
            <a:off x="2771234" y="1068394"/>
            <a:ext cx="108000" cy="1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7BCF6BD-0DE3-693F-558E-46D224F3BF53}"/>
              </a:ext>
            </a:extLst>
          </p:cNvPr>
          <p:cNvSpPr txBox="1">
            <a:spLocks/>
          </p:cNvSpPr>
          <p:nvPr/>
        </p:nvSpPr>
        <p:spPr>
          <a:xfrm>
            <a:off x="-63341" y="341275"/>
            <a:ext cx="5101624" cy="1289849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36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화면설계서</a:t>
            </a:r>
            <a:endParaRPr lang="ko-KR" altLang="en-US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0342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1694</TotalTime>
  <Words>317</Words>
  <Application>Microsoft Office PowerPoint</Application>
  <PresentationFormat>와이드스크린</PresentationFormat>
  <Paragraphs>50</Paragraphs>
  <Slides>14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Noto Sans KR</vt:lpstr>
      <vt:lpstr>Noto Sans KR Black</vt:lpstr>
      <vt:lpstr>맑은 고딕</vt:lpstr>
      <vt:lpstr>Arial</vt:lpstr>
      <vt:lpstr>Wingdings</vt:lpstr>
      <vt:lpstr>Office 테마</vt:lpstr>
      <vt:lpstr>Worksheet</vt:lpstr>
      <vt:lpstr>생성형 AI기반  영양소 패턴 분석을 통한  식습관 유형 분석 서비스</vt:lpstr>
      <vt:lpstr>   기획의도</vt:lpstr>
      <vt:lpstr>   기획의도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혜린 신</dc:creator>
  <cp:lastModifiedBy>혜린 신</cp:lastModifiedBy>
  <cp:revision>12</cp:revision>
  <dcterms:created xsi:type="dcterms:W3CDTF">2026-03-17T06:15:52Z</dcterms:created>
  <dcterms:modified xsi:type="dcterms:W3CDTF">2026-03-23T06:11:44Z</dcterms:modified>
</cp:coreProperties>
</file>