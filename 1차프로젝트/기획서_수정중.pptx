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혜린 신" userId="5adea4bc7da63cbc" providerId="LiveId" clId="{006129DB-ED47-489C-BE29-1CD45A3BB9BA}"/>
    <pc:docChg chg="custSel addSld delSld modSld">
      <pc:chgData name="혜린 신" userId="5adea4bc7da63cbc" providerId="LiveId" clId="{006129DB-ED47-489C-BE29-1CD45A3BB9BA}" dt="2026-03-18T06:35:23.893" v="176" actId="6549"/>
      <pc:docMkLst>
        <pc:docMk/>
      </pc:docMkLst>
      <pc:sldChg chg="modSp mod">
        <pc:chgData name="혜린 신" userId="5adea4bc7da63cbc" providerId="LiveId" clId="{006129DB-ED47-489C-BE29-1CD45A3BB9BA}" dt="2026-03-18T04:30:29.754" v="9" actId="20577"/>
        <pc:sldMkLst>
          <pc:docMk/>
          <pc:sldMk cId="1880328308" sldId="256"/>
        </pc:sldMkLst>
        <pc:spChg chg="mod">
          <ac:chgData name="혜린 신" userId="5adea4bc7da63cbc" providerId="LiveId" clId="{006129DB-ED47-489C-BE29-1CD45A3BB9BA}" dt="2026-03-18T04:30:29.754" v="9" actId="20577"/>
          <ac:spMkLst>
            <pc:docMk/>
            <pc:sldMk cId="1880328308" sldId="256"/>
            <ac:spMk id="2" creationId="{F4BD9DDA-6410-1F74-6A94-ABFD21A84C60}"/>
          </ac:spMkLst>
        </pc:spChg>
      </pc:sldChg>
      <pc:sldChg chg="modSp mod">
        <pc:chgData name="혜린 신" userId="5adea4bc7da63cbc" providerId="LiveId" clId="{006129DB-ED47-489C-BE29-1CD45A3BB9BA}" dt="2026-03-18T04:30:48.139" v="12" actId="20577"/>
        <pc:sldMkLst>
          <pc:docMk/>
          <pc:sldMk cId="2724097635" sldId="257"/>
        </pc:sldMkLst>
        <pc:spChg chg="mod">
          <ac:chgData name="혜린 신" userId="5adea4bc7da63cbc" providerId="LiveId" clId="{006129DB-ED47-489C-BE29-1CD45A3BB9BA}" dt="2026-03-18T04:30:48.139" v="12" actId="20577"/>
          <ac:spMkLst>
            <pc:docMk/>
            <pc:sldMk cId="2724097635" sldId="257"/>
            <ac:spMk id="3" creationId="{5EA8D967-A763-1F0B-A37F-1E09A1F9F81B}"/>
          </ac:spMkLst>
        </pc:spChg>
      </pc:sldChg>
      <pc:sldChg chg="modSp mod">
        <pc:chgData name="혜린 신" userId="5adea4bc7da63cbc" providerId="LiveId" clId="{006129DB-ED47-489C-BE29-1CD45A3BB9BA}" dt="2026-03-18T04:31:13.700" v="13"/>
        <pc:sldMkLst>
          <pc:docMk/>
          <pc:sldMk cId="1330834609" sldId="259"/>
        </pc:sldMkLst>
        <pc:spChg chg="mod">
          <ac:chgData name="혜린 신" userId="5adea4bc7da63cbc" providerId="LiveId" clId="{006129DB-ED47-489C-BE29-1CD45A3BB9BA}" dt="2026-03-18T04:31:13.700" v="13"/>
          <ac:spMkLst>
            <pc:docMk/>
            <pc:sldMk cId="1330834609" sldId="259"/>
            <ac:spMk id="3" creationId="{4DF33E91-DE90-8D14-6EC9-DA1097C32CF5}"/>
          </ac:spMkLst>
        </pc:spChg>
      </pc:sldChg>
      <pc:sldChg chg="addSp delSp modSp del mod">
        <pc:chgData name="혜린 신" userId="5adea4bc7da63cbc" providerId="LiveId" clId="{006129DB-ED47-489C-BE29-1CD45A3BB9BA}" dt="2026-03-18T04:31:40.508" v="41" actId="47"/>
        <pc:sldMkLst>
          <pc:docMk/>
          <pc:sldMk cId="3316586898" sldId="260"/>
        </pc:sldMkLst>
        <pc:spChg chg="mod">
          <ac:chgData name="혜린 신" userId="5adea4bc7da63cbc" providerId="LiveId" clId="{006129DB-ED47-489C-BE29-1CD45A3BB9BA}" dt="2026-03-18T04:31:37.544" v="39" actId="20577"/>
          <ac:spMkLst>
            <pc:docMk/>
            <pc:sldMk cId="3316586898" sldId="260"/>
            <ac:spMk id="2" creationId="{746FC5CC-1A61-1AD5-A209-A93CC2261B0A}"/>
          </ac:spMkLst>
        </pc:spChg>
        <pc:spChg chg="del">
          <ac:chgData name="혜린 신" userId="5adea4bc7da63cbc" providerId="LiveId" clId="{006129DB-ED47-489C-BE29-1CD45A3BB9BA}" dt="2026-03-18T04:31:28.330" v="17" actId="478"/>
          <ac:spMkLst>
            <pc:docMk/>
            <pc:sldMk cId="3316586898" sldId="260"/>
            <ac:spMk id="3" creationId="{BB852E26-1989-AF73-5FAB-F9482D29FAD0}"/>
          </ac:spMkLst>
        </pc:spChg>
        <pc:spChg chg="del mod">
          <ac:chgData name="혜린 신" userId="5adea4bc7da63cbc" providerId="LiveId" clId="{006129DB-ED47-489C-BE29-1CD45A3BB9BA}" dt="2026-03-18T04:31:26.284" v="16" actId="478"/>
          <ac:spMkLst>
            <pc:docMk/>
            <pc:sldMk cId="3316586898" sldId="260"/>
            <ac:spMk id="4" creationId="{DE74E8E6-4A4B-06BB-42AA-C060A0E27EF0}"/>
          </ac:spMkLst>
        </pc:spChg>
        <pc:spChg chg="del">
          <ac:chgData name="혜린 신" userId="5adea4bc7da63cbc" providerId="LiveId" clId="{006129DB-ED47-489C-BE29-1CD45A3BB9BA}" dt="2026-03-18T04:31:21.599" v="14" actId="478"/>
          <ac:spMkLst>
            <pc:docMk/>
            <pc:sldMk cId="3316586898" sldId="260"/>
            <ac:spMk id="6" creationId="{08B20821-D3D6-8A38-F5DE-C89D7E8D64CF}"/>
          </ac:spMkLst>
        </pc:spChg>
        <pc:spChg chg="add del mod">
          <ac:chgData name="혜린 신" userId="5adea4bc7da63cbc" providerId="LiveId" clId="{006129DB-ED47-489C-BE29-1CD45A3BB9BA}" dt="2026-03-18T04:31:29.539" v="19" actId="478"/>
          <ac:spMkLst>
            <pc:docMk/>
            <pc:sldMk cId="3316586898" sldId="260"/>
            <ac:spMk id="7" creationId="{EC501AFE-392C-A486-E763-D4B693EDDE85}"/>
          </ac:spMkLst>
        </pc:spChg>
        <pc:spChg chg="add del mod">
          <ac:chgData name="혜린 신" userId="5adea4bc7da63cbc" providerId="LiveId" clId="{006129DB-ED47-489C-BE29-1CD45A3BB9BA}" dt="2026-03-18T04:31:30.487" v="20" actId="478"/>
          <ac:spMkLst>
            <pc:docMk/>
            <pc:sldMk cId="3316586898" sldId="260"/>
            <ac:spMk id="9" creationId="{C8632492-A662-C18A-2724-4F5508491201}"/>
          </ac:spMkLst>
        </pc:spChg>
      </pc:sldChg>
      <pc:sldChg chg="modSp add mod">
        <pc:chgData name="혜린 신" userId="5adea4bc7da63cbc" providerId="LiveId" clId="{006129DB-ED47-489C-BE29-1CD45A3BB9BA}" dt="2026-03-18T04:31:54.070" v="43"/>
        <pc:sldMkLst>
          <pc:docMk/>
          <pc:sldMk cId="1239003251" sldId="261"/>
        </pc:sldMkLst>
        <pc:spChg chg="mod">
          <ac:chgData name="혜린 신" userId="5adea4bc7da63cbc" providerId="LiveId" clId="{006129DB-ED47-489C-BE29-1CD45A3BB9BA}" dt="2026-03-18T04:31:54.070" v="43"/>
          <ac:spMkLst>
            <pc:docMk/>
            <pc:sldMk cId="1239003251" sldId="261"/>
            <ac:spMk id="3" creationId="{4DF33E91-DE90-8D14-6EC9-DA1097C32CF5}"/>
          </ac:spMkLst>
        </pc:spChg>
      </pc:sldChg>
      <pc:sldChg chg="modSp new mod">
        <pc:chgData name="혜린 신" userId="5adea4bc7da63cbc" providerId="LiveId" clId="{006129DB-ED47-489C-BE29-1CD45A3BB9BA}" dt="2026-03-18T04:34:05.557" v="60"/>
        <pc:sldMkLst>
          <pc:docMk/>
          <pc:sldMk cId="3180855730" sldId="262"/>
        </pc:sldMkLst>
        <pc:spChg chg="mod">
          <ac:chgData name="혜린 신" userId="5adea4bc7da63cbc" providerId="LiveId" clId="{006129DB-ED47-489C-BE29-1CD45A3BB9BA}" dt="2026-03-18T04:33:59.385" v="58" actId="20577"/>
          <ac:spMkLst>
            <pc:docMk/>
            <pc:sldMk cId="3180855730" sldId="262"/>
            <ac:spMk id="2" creationId="{1704333C-3927-F797-5EEF-59E04DBFC292}"/>
          </ac:spMkLst>
        </pc:spChg>
        <pc:spChg chg="mod">
          <ac:chgData name="혜린 신" userId="5adea4bc7da63cbc" providerId="LiveId" clId="{006129DB-ED47-489C-BE29-1CD45A3BB9BA}" dt="2026-03-18T04:34:00.160" v="59"/>
          <ac:spMkLst>
            <pc:docMk/>
            <pc:sldMk cId="3180855730" sldId="262"/>
            <ac:spMk id="3" creationId="{86B1D136-6594-3C31-CC2C-47E7378E927B}"/>
          </ac:spMkLst>
        </pc:spChg>
        <pc:spChg chg="mod">
          <ac:chgData name="혜린 신" userId="5adea4bc7da63cbc" providerId="LiveId" clId="{006129DB-ED47-489C-BE29-1CD45A3BB9BA}" dt="2026-03-18T04:34:05.557" v="60"/>
          <ac:spMkLst>
            <pc:docMk/>
            <pc:sldMk cId="3180855730" sldId="262"/>
            <ac:spMk id="4" creationId="{70A180C4-6709-0194-6E45-04D926791744}"/>
          </ac:spMkLst>
        </pc:spChg>
      </pc:sldChg>
      <pc:sldChg chg="modSp add mod">
        <pc:chgData name="혜린 신" userId="5adea4bc7da63cbc" providerId="LiveId" clId="{006129DB-ED47-489C-BE29-1CD45A3BB9BA}" dt="2026-03-18T06:35:23.893" v="176" actId="6549"/>
        <pc:sldMkLst>
          <pc:docMk/>
          <pc:sldMk cId="3639733745" sldId="263"/>
        </pc:sldMkLst>
        <pc:spChg chg="mod">
          <ac:chgData name="혜린 신" userId="5adea4bc7da63cbc" providerId="LiveId" clId="{006129DB-ED47-489C-BE29-1CD45A3BB9BA}" dt="2026-03-18T04:34:26.865" v="64"/>
          <ac:spMkLst>
            <pc:docMk/>
            <pc:sldMk cId="3639733745" sldId="263"/>
            <ac:spMk id="3" creationId="{86B1D136-6594-3C31-CC2C-47E7378E927B}"/>
          </ac:spMkLst>
        </pc:spChg>
        <pc:spChg chg="mod">
          <ac:chgData name="혜린 신" userId="5adea4bc7da63cbc" providerId="LiveId" clId="{006129DB-ED47-489C-BE29-1CD45A3BB9BA}" dt="2026-03-18T06:35:23.893" v="176" actId="6549"/>
          <ac:spMkLst>
            <pc:docMk/>
            <pc:sldMk cId="3639733745" sldId="263"/>
            <ac:spMk id="4" creationId="{70A180C4-6709-0194-6E45-04D926791744}"/>
          </ac:spMkLst>
        </pc:spChg>
      </pc:sldChg>
      <pc:sldChg chg="addSp modSp new mod">
        <pc:chgData name="혜린 신" userId="5adea4bc7da63cbc" providerId="LiveId" clId="{006129DB-ED47-489C-BE29-1CD45A3BB9BA}" dt="2026-03-18T04:36:09.474" v="175" actId="14100"/>
        <pc:sldMkLst>
          <pc:docMk/>
          <pc:sldMk cId="2173242103" sldId="264"/>
        </pc:sldMkLst>
        <pc:spChg chg="mod">
          <ac:chgData name="혜린 신" userId="5adea4bc7da63cbc" providerId="LiveId" clId="{006129DB-ED47-489C-BE29-1CD45A3BB9BA}" dt="2026-03-18T04:35:05.523" v="156" actId="20577"/>
          <ac:spMkLst>
            <pc:docMk/>
            <pc:sldMk cId="2173242103" sldId="264"/>
            <ac:spMk id="2" creationId="{3DE12A3C-24E9-0ED6-A8DA-DF39C30376B2}"/>
          </ac:spMkLst>
        </pc:spChg>
        <pc:spChg chg="mod">
          <ac:chgData name="혜린 신" userId="5adea4bc7da63cbc" providerId="LiveId" clId="{006129DB-ED47-489C-BE29-1CD45A3BB9BA}" dt="2026-03-18T04:36:09.474" v="175" actId="14100"/>
          <ac:spMkLst>
            <pc:docMk/>
            <pc:sldMk cId="2173242103" sldId="264"/>
            <ac:spMk id="3" creationId="{0DF34DEF-64F2-F910-DDCA-9562CDC57915}"/>
          </ac:spMkLst>
        </pc:spChg>
        <pc:spChg chg="mod">
          <ac:chgData name="혜린 신" userId="5adea4bc7da63cbc" providerId="LiveId" clId="{006129DB-ED47-489C-BE29-1CD45A3BB9BA}" dt="2026-03-18T04:36:07.121" v="174" actId="14100"/>
          <ac:spMkLst>
            <pc:docMk/>
            <pc:sldMk cId="2173242103" sldId="264"/>
            <ac:spMk id="4" creationId="{D2A8C7F6-2114-E214-1D3B-2BE71E7589FF}"/>
          </ac:spMkLst>
        </pc:spChg>
        <pc:spChg chg="add mod">
          <ac:chgData name="혜린 신" userId="5adea4bc7da63cbc" providerId="LiveId" clId="{006129DB-ED47-489C-BE29-1CD45A3BB9BA}" dt="2026-03-18T04:36:01.700" v="171" actId="1076"/>
          <ac:spMkLst>
            <pc:docMk/>
            <pc:sldMk cId="2173242103" sldId="264"/>
            <ac:spMk id="5" creationId="{4A04E4E7-A6C2-45ED-1409-CB076012A6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67586-B62B-4F97-F9D3-663CB92A4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E2DDB6-C587-7E94-5036-39A64AAA0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B4BA8-FA6E-690E-C083-8853DD0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D80C6-7BF1-3B22-22D9-DEB5C6F4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710B3-FBB5-85C5-76E2-C6A345BF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34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C3B95-92B7-BA44-43EB-C57ED45C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1A2ED-9CFF-6002-751A-E34F1E56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5BD20-EDD7-59D5-C50B-2AAE9E94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4B935-60A8-03C6-C302-ABC8C4EA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D1696-A134-EDBC-52B7-2F8AFC6C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3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AA29E-4AFF-553C-934D-4ADAAA07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9C10C-3681-96A5-D906-4CD0CFF6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1118A-323A-915D-0F87-23FED6ED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2F649-C515-E05B-AF16-65D9D549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0C56B-7419-A09C-2D4D-CE03DC12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5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F71BA-3CAB-62CE-B1A8-0B57F06D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52E23-15E7-FBD7-0826-AC958AB91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6005FE-C902-8E68-FE76-28CAD775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65C47A-E3A0-B753-4D0B-9C4EFD53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9A8754-BE79-941C-A2BE-3153B512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0DA21-FF3C-F340-C0E6-5F404225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7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8CFBD-4F3B-14E5-CBBF-5A2356F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BA703-92F8-D644-01C2-99157445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E5FDB2-F10E-7452-6048-799E2AD33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D93139-C3F3-57A0-5EC5-0A6B67C51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BC998E-5890-327A-907F-969A37C05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6EE1A5-3874-F396-0F7B-4C030C9E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7EE2BC-120D-E000-F4C4-89180033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921C2F-7646-725F-5F21-1A44AFA0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1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07780-4F34-906D-2E05-75EF7519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457ECC-F4BB-5F13-86C0-43A8997B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2592E3-90F5-E824-38B7-D8E0D493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579572-12DC-AD29-81BE-C3DEAF29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10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CC1785-2247-A3AE-B631-2AF84193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165E1B-FC72-A477-46D2-D298DF5F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E38255-D771-5480-84CE-8528264A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63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2023-CF4F-097B-4932-1BF771E2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45860-BE6E-DE8C-1A7C-5A565444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DF9599-3EAE-778A-AA03-CDF6947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E3AA2-FC1E-6E60-DC54-95C70D6A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FB5714-C024-EBDC-E82C-9CE2CAB7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FE02E-2F07-A4F5-B34A-FDF51530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9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986F-C1FE-9879-A7A5-D6E74A43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CF20C1-91BD-6693-4390-94B7D78F3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3FA89-7B9E-A2B6-59B3-AABBCED25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5F2029-DE32-2573-1381-192C069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86CD83-BABD-FF5B-ACBE-8A9D27EC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9CD9C7-33B0-E36E-2FBF-473D8977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56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16447-59EB-8BC4-EC22-C269E360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1CB07F-9222-06A7-B63F-9CF53E504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5E716-0A27-C400-31CF-F47323EE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D2B25-E786-DC88-AD5F-ACA78F95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AF6C2-5F61-C825-40B1-03CB6022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5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48E22D-D1D3-A97E-DC6B-2D6FD106B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A3A6FC-9B11-2DAE-00BD-A75037AD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262885-4696-33DD-0489-03675487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D23BB-0530-1AEA-3A4B-E7D8F9F8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15DFB-F5CA-231E-6171-57FF6BDA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77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7E5880-AC21-439F-AB11-42B1DB0A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7CE7E3-B3A2-5723-C4DA-98BDC14E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46755-F84B-0EC2-3126-5A0CB1D62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27968-2FEC-4B32-BACB-7408E34A3E11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C04B1-14D5-2C82-4215-1E586AC32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A5210-11D6-4416-00B8-192C998E9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5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D9DDA-6410-1F74-6A94-ABFD21A8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73" y="1122363"/>
            <a:ext cx="12071927" cy="2387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기반 </a:t>
            </a:r>
            <a:br>
              <a:rPr lang="en-US" altLang="ko-KR" dirty="0"/>
            </a:br>
            <a:r>
              <a:rPr lang="ko-KR" altLang="en-US" dirty="0"/>
              <a:t>영양소 패턴 분석을 통한 </a:t>
            </a:r>
            <a:br>
              <a:rPr lang="en-US" altLang="ko-KR" dirty="0"/>
            </a:br>
            <a:r>
              <a:rPr lang="ko-KR" altLang="en-US" dirty="0"/>
              <a:t>연령별 식습관 개선 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0B4F-47D8-BF46-65A7-7841EA7BD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/>
              <a:t>2026.03.17.</a:t>
            </a:r>
          </a:p>
          <a:p>
            <a:pPr algn="r"/>
            <a:r>
              <a:rPr lang="ko-KR" altLang="en-US" dirty="0"/>
              <a:t>신혜린</a:t>
            </a:r>
          </a:p>
        </p:txBody>
      </p:sp>
    </p:spTree>
    <p:extLst>
      <p:ext uri="{BB962C8B-B14F-4D97-AF65-F5344CB8AC3E}">
        <p14:creationId xmlns:p14="http://schemas.microsoft.com/office/powerpoint/2010/main" val="188032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5E664-A6F3-6843-C4F4-A9117F03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A8D967-A763-1F0B-A37F-1E09A1F9F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effectLst/>
              </a:rPr>
              <a:t>현대인의 식생활은 간편식과 가공식품 섭취 증가로 인해 영양 불균형이 심화되고 있으며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이는 중성지방 증가 및 </a:t>
            </a:r>
            <a:r>
              <a:rPr lang="ko-KR" altLang="en-US" b="1" dirty="0" err="1">
                <a:effectLst/>
              </a:rPr>
              <a:t>고콜레스테롤혈증</a:t>
            </a:r>
            <a:r>
              <a:rPr lang="ko-KR" altLang="en-US" b="1" dirty="0">
                <a:effectLst/>
              </a:rPr>
              <a:t> 위험을 높이는 주요 원인이 되고 있다</a:t>
            </a:r>
            <a:r>
              <a:rPr lang="en-US" altLang="ko-KR" b="1" dirty="0">
                <a:effectLst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409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72BEF-73D1-8EB2-03AA-3115BDD6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F33E91-DE90-8D14-6EC9-DA1097C32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effectLst/>
              </a:rPr>
              <a:t>그러나 개인이 자신의 식습관과 생활습관이 중성지방에 미치는 영향을 직관적으로 이해하기는 어렵고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연령대별 영향 요인을 반영한 맞춤형 관리 가이드는 부족한 실정이다</a:t>
            </a:r>
            <a:r>
              <a:rPr lang="en-US" altLang="ko-KR" b="1" dirty="0">
                <a:effectLst/>
              </a:rPr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3083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72BEF-73D1-8EB2-03AA-3115BDD6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F33E91-DE90-8D14-6EC9-DA1097C32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effectLst/>
              </a:rPr>
              <a:t>국민건강영양조사 데이터를 기반으로 영양소</a:t>
            </a:r>
            <a:r>
              <a:rPr lang="en-US" altLang="ko-KR" b="1" dirty="0">
                <a:effectLst/>
              </a:rPr>
              <a:t>·</a:t>
            </a:r>
            <a:r>
              <a:rPr lang="ko-KR" altLang="en-US" b="1" dirty="0">
                <a:effectLst/>
              </a:rPr>
              <a:t>생활습관</a:t>
            </a:r>
            <a:r>
              <a:rPr lang="en-US" altLang="ko-KR" b="1" dirty="0">
                <a:effectLst/>
              </a:rPr>
              <a:t>·</a:t>
            </a:r>
            <a:r>
              <a:rPr lang="ko-KR" altLang="en-US" b="1" dirty="0">
                <a:effectLst/>
              </a:rPr>
              <a:t>신체활동을 통합 분석하여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연령대별 </a:t>
            </a:r>
            <a:r>
              <a:rPr lang="en-US" altLang="ko-KR" b="1" dirty="0">
                <a:effectLst/>
              </a:rPr>
              <a:t>(</a:t>
            </a:r>
            <a:r>
              <a:rPr lang="ko-KR" altLang="en-US" b="1" dirty="0">
                <a:effectLst/>
              </a:rPr>
              <a:t>중성지방에 영향을 미치는</a:t>
            </a:r>
            <a:r>
              <a:rPr lang="en-US" altLang="ko-KR" b="1" dirty="0">
                <a:effectLst/>
              </a:rPr>
              <a:t>) </a:t>
            </a:r>
            <a:r>
              <a:rPr lang="ko-KR" altLang="en-US" b="1" dirty="0">
                <a:effectLst/>
              </a:rPr>
              <a:t>핵심 영양소를 도출하고 섭취 변화에 따른 중성지방 변화를 예측함으로써 맞춤형 식습관 개선 가이드를 제공한다</a:t>
            </a:r>
            <a:r>
              <a:rPr lang="en-US" altLang="ko-KR" b="1" dirty="0">
                <a:effectLst/>
              </a:rPr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00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4333C-3927-F797-5EEF-59E04DBF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1D136-6594-3C31-CC2C-47E7378E92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b="1" dirty="0">
                <a:effectLst/>
              </a:rPr>
              <a:t>질병관리청 국민건강영양조사 식품섭취조사 데이터를 활용하여 개인 단위 영양소 산출 체계를 구축한다</a:t>
            </a:r>
            <a:r>
              <a:rPr lang="en-US" altLang="ko-KR" b="1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180C4-6709-0194-6E45-04D9267917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b="1" dirty="0">
                <a:effectLst/>
              </a:rPr>
              <a:t>개인별 영양소 데이터를 기반으로 </a:t>
            </a:r>
            <a:r>
              <a:rPr lang="ko-KR" altLang="en-US" b="1" dirty="0" err="1">
                <a:effectLst/>
              </a:rPr>
              <a:t>고콜레스테롤혈증에</a:t>
            </a:r>
            <a:r>
              <a:rPr lang="ko-KR" altLang="en-US" b="1" dirty="0">
                <a:effectLst/>
              </a:rPr>
              <a:t> 영향을 미치는 주요 영양소</a:t>
            </a:r>
            <a:r>
              <a:rPr lang="en-US" altLang="ko-KR" b="1" dirty="0">
                <a:effectLst/>
              </a:rPr>
              <a:t>(</a:t>
            </a:r>
            <a:r>
              <a:rPr lang="ko-KR" altLang="en-US" b="1" dirty="0">
                <a:effectLst/>
              </a:rPr>
              <a:t>탄수화물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단백질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지방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당류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나트륨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포화지방산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콜레스테롤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 err="1">
                <a:effectLst/>
              </a:rPr>
              <a:t>식이섬유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 err="1">
                <a:effectLst/>
              </a:rPr>
              <a:t>나이아신</a:t>
            </a:r>
            <a:r>
              <a:rPr lang="en-US" altLang="ko-KR" b="1" dirty="0">
                <a:effectLst/>
              </a:rPr>
              <a:t>)</a:t>
            </a:r>
            <a:r>
              <a:rPr lang="ko-KR" altLang="en-US" b="1" dirty="0">
                <a:effectLst/>
              </a:rPr>
              <a:t>의 패턴 지표를 생성한다</a:t>
            </a:r>
            <a:r>
              <a:rPr lang="en-US" altLang="ko-KR" b="1" dirty="0">
                <a:effectLst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085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4333C-3927-F797-5EEF-59E04DBF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1D136-6594-3C31-CC2C-47E7378E92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b="1" dirty="0">
                <a:effectLst/>
              </a:rPr>
              <a:t>영양소 정보와 생활습관</a:t>
            </a:r>
            <a:r>
              <a:rPr lang="en-US" altLang="ko-KR" b="1" dirty="0">
                <a:effectLst/>
              </a:rPr>
              <a:t>(</a:t>
            </a:r>
            <a:r>
              <a:rPr lang="ko-KR" altLang="en-US" b="1" dirty="0">
                <a:effectLst/>
              </a:rPr>
              <a:t>신체활동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흡연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음주</a:t>
            </a:r>
            <a:r>
              <a:rPr lang="en-US" altLang="ko-KR" b="1" dirty="0">
                <a:effectLst/>
              </a:rPr>
              <a:t>) </a:t>
            </a:r>
            <a:r>
              <a:rPr lang="ko-KR" altLang="en-US" b="1" dirty="0">
                <a:effectLst/>
              </a:rPr>
              <a:t>및 사회경제적 요인을 통합한 분석용 데이터셋을 구축한다</a:t>
            </a:r>
            <a:r>
              <a:rPr lang="en-US" altLang="ko-KR" b="1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180C4-6709-0194-6E45-04D9267917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973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12A3C-24E9-0ED6-A8DA-DF39C303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서비스개발목표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연령대별 맞춤형 식습관 개선 가이드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34DEF-64F2-F910-DDCA-9562CDC57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16418" cy="4351338"/>
          </a:xfrm>
        </p:spPr>
        <p:txBody>
          <a:bodyPr/>
          <a:lstStyle/>
          <a:p>
            <a:r>
              <a:rPr lang="ko-KR" altLang="en-US" b="1" dirty="0">
                <a:effectLst/>
              </a:rPr>
              <a:t>국민건강영양조사 데이터를 연령대별로 분석하여 중성지방에 영향을 미치는 핵심 영양소를 도출한다</a:t>
            </a:r>
            <a:r>
              <a:rPr lang="en-US" altLang="ko-KR" b="1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A8C7F6-2114-E214-1D3B-2BE71E75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7818" y="1960561"/>
            <a:ext cx="5403273" cy="4351338"/>
          </a:xfrm>
        </p:spPr>
        <p:txBody>
          <a:bodyPr/>
          <a:lstStyle/>
          <a:p>
            <a:r>
              <a:rPr lang="ko-KR" altLang="en-US" b="1" dirty="0">
                <a:effectLst/>
              </a:rPr>
              <a:t>핵심 영양소의 섭취량을 권장 범위 내에서 조절할 경우</a:t>
            </a:r>
            <a:r>
              <a:rPr lang="en-US" altLang="ko-KR" b="1" dirty="0">
                <a:effectLst/>
              </a:rPr>
              <a:t>, </a:t>
            </a:r>
            <a:r>
              <a:rPr lang="ko-KR" altLang="en-US" b="1" dirty="0">
                <a:effectLst/>
              </a:rPr>
              <a:t>중성지방 수치의 변화량을 예측한다</a:t>
            </a:r>
            <a:r>
              <a:rPr lang="en-US" altLang="ko-KR" b="1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A04E4E7-A6C2-45ED-1409-CB076012A6FC}"/>
              </a:ext>
            </a:extLst>
          </p:cNvPr>
          <p:cNvSpPr txBox="1">
            <a:spLocks/>
          </p:cNvSpPr>
          <p:nvPr/>
        </p:nvSpPr>
        <p:spPr>
          <a:xfrm>
            <a:off x="2247900" y="5308527"/>
            <a:ext cx="7698510" cy="2006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effectLst/>
              </a:rPr>
              <a:t>예측 결과를 기반으로 연령대별 맞춤형 식</a:t>
            </a:r>
            <a:r>
              <a:rPr lang="en-US" altLang="ko-KR" b="1" dirty="0">
                <a:effectLst/>
              </a:rPr>
              <a:t>·</a:t>
            </a:r>
            <a:r>
              <a:rPr lang="ko-KR" altLang="en-US" b="1" dirty="0">
                <a:effectLst/>
              </a:rPr>
              <a:t>생활습관 개선 가이드를 제공한다</a:t>
            </a:r>
            <a:r>
              <a:rPr lang="en-US" altLang="ko-KR" b="1" dirty="0">
                <a:effectLst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324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207</Words>
  <Application>Microsoft Office PowerPoint</Application>
  <PresentationFormat>와이드스크린</PresentationFormat>
  <Paragraphs>20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생성형 AI기반  영양소 패턴 분석을 통한  연령별 식습관 개선 가이드</vt:lpstr>
      <vt:lpstr>기획의도</vt:lpstr>
      <vt:lpstr>기획의도</vt:lpstr>
      <vt:lpstr>기획의도</vt:lpstr>
      <vt:lpstr>개발목표</vt:lpstr>
      <vt:lpstr>개발목표</vt:lpstr>
      <vt:lpstr>서비스개발목표:  연령대별 맞춤형 식습관 개선 가이드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혜린 신</dc:creator>
  <cp:lastModifiedBy>혜린 신</cp:lastModifiedBy>
  <cp:revision>1</cp:revision>
  <dcterms:created xsi:type="dcterms:W3CDTF">2026-03-17T06:15:52Z</dcterms:created>
  <dcterms:modified xsi:type="dcterms:W3CDTF">2026-03-18T08:38:27Z</dcterms:modified>
</cp:coreProperties>
</file>